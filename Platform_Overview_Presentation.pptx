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8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9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0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1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410" r:id="rId5"/>
    <p:sldId id="383" r:id="rId6"/>
    <p:sldId id="391" r:id="rId7"/>
    <p:sldId id="423" r:id="rId8"/>
    <p:sldId id="433" r:id="rId9"/>
    <p:sldId id="424" r:id="rId10"/>
    <p:sldId id="425" r:id="rId11"/>
    <p:sldId id="427" r:id="rId12"/>
    <p:sldId id="429" r:id="rId13"/>
    <p:sldId id="428" r:id="rId14"/>
    <p:sldId id="432" r:id="rId15"/>
    <p:sldId id="430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93" d="100"/>
          <a:sy n="93" d="100"/>
        </p:scale>
        <p:origin x="20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D5A524-932A-466F-AC42-5139AAA16AE0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9F5B360-C223-4967-9338-CF3DC904ACB9}">
      <dgm:prSet phldrT="[Text]"/>
      <dgm:spPr/>
      <dgm:t>
        <a:bodyPr/>
        <a:lstStyle/>
        <a:p>
          <a:r>
            <a:rPr lang="en-US" b="1" dirty="0"/>
            <a:t>ERP Overview</a:t>
          </a:r>
        </a:p>
      </dgm:t>
    </dgm:pt>
    <dgm:pt modelId="{12765C95-75E5-4818-904A-3490AE1350DA}" type="parTrans" cxnId="{4B5E9740-F1D1-401D-ADD2-E91C81E4B463}">
      <dgm:prSet/>
      <dgm:spPr/>
      <dgm:t>
        <a:bodyPr/>
        <a:lstStyle/>
        <a:p>
          <a:endParaRPr lang="en-US"/>
        </a:p>
      </dgm:t>
    </dgm:pt>
    <dgm:pt modelId="{E160C223-CD1D-4271-BDB8-CF58FDE7E37A}" type="sibTrans" cxnId="{4B5E9740-F1D1-401D-ADD2-E91C81E4B463}">
      <dgm:prSet/>
      <dgm:spPr/>
      <dgm:t>
        <a:bodyPr/>
        <a:lstStyle/>
        <a:p>
          <a:endParaRPr lang="en-US"/>
        </a:p>
      </dgm:t>
    </dgm:pt>
    <dgm:pt modelId="{2F958C18-C2E4-4A06-9D68-D0E7D28E18F8}">
      <dgm:prSet phldrT="[Text]"/>
      <dgm:spPr/>
      <dgm:t>
        <a:bodyPr/>
        <a:lstStyle/>
        <a:p>
          <a:r>
            <a:rPr lang="en-US" b="1" dirty="0"/>
            <a:t>Reporting &amp; Insights</a:t>
          </a:r>
        </a:p>
      </dgm:t>
    </dgm:pt>
    <dgm:pt modelId="{CA3CACEE-A492-443F-AD8F-EDD9B795B314}" type="parTrans" cxnId="{DBEDF879-58E3-45AC-A9D0-CFA6440C2CF4}">
      <dgm:prSet/>
      <dgm:spPr/>
      <dgm:t>
        <a:bodyPr/>
        <a:lstStyle/>
        <a:p>
          <a:endParaRPr lang="en-US"/>
        </a:p>
      </dgm:t>
    </dgm:pt>
    <dgm:pt modelId="{CAAE1CF0-5ACA-4AE6-9282-2A0F23830D7F}" type="sibTrans" cxnId="{DBEDF879-58E3-45AC-A9D0-CFA6440C2CF4}">
      <dgm:prSet/>
      <dgm:spPr/>
      <dgm:t>
        <a:bodyPr/>
        <a:lstStyle/>
        <a:p>
          <a:endParaRPr lang="en-US"/>
        </a:p>
      </dgm:t>
    </dgm:pt>
    <dgm:pt modelId="{8FC07624-0BAB-4254-AECE-BCB8CAADDED9}">
      <dgm:prSet phldrT="[Text]"/>
      <dgm:spPr/>
      <dgm:t>
        <a:bodyPr/>
        <a:lstStyle/>
        <a:p>
          <a:r>
            <a:rPr lang="en-US" b="1" dirty="0"/>
            <a:t>System Strengths</a:t>
          </a:r>
        </a:p>
      </dgm:t>
    </dgm:pt>
    <dgm:pt modelId="{1DC5B761-423F-4672-9933-2661283052D1}" type="parTrans" cxnId="{7F9E05EA-C868-4E45-8EF7-E678897D0FF0}">
      <dgm:prSet/>
      <dgm:spPr/>
      <dgm:t>
        <a:bodyPr/>
        <a:lstStyle/>
        <a:p>
          <a:endParaRPr lang="en-US"/>
        </a:p>
      </dgm:t>
    </dgm:pt>
    <dgm:pt modelId="{40518BE6-0B84-4A49-ABB2-ED409775A340}" type="sibTrans" cxnId="{7F9E05EA-C868-4E45-8EF7-E678897D0FF0}">
      <dgm:prSet/>
      <dgm:spPr/>
      <dgm:t>
        <a:bodyPr/>
        <a:lstStyle/>
        <a:p>
          <a:endParaRPr lang="en-US"/>
        </a:p>
      </dgm:t>
    </dgm:pt>
    <dgm:pt modelId="{4A125AEF-1C5F-4D26-92F1-A0A8DAC5F3BD}">
      <dgm:prSet phldrT="[Text]"/>
      <dgm:spPr/>
      <dgm:t>
        <a:bodyPr/>
        <a:lstStyle/>
        <a:p>
          <a:r>
            <a:rPr lang="en-US" b="1" dirty="0"/>
            <a:t>Why Choose Our ERP</a:t>
          </a:r>
        </a:p>
      </dgm:t>
    </dgm:pt>
    <dgm:pt modelId="{FBA8AAC3-C333-4F82-9434-4244FA457215}" type="parTrans" cxnId="{A5DC26E1-B04F-4999-BB09-D7C91B2F3933}">
      <dgm:prSet/>
      <dgm:spPr/>
      <dgm:t>
        <a:bodyPr/>
        <a:lstStyle/>
        <a:p>
          <a:endParaRPr lang="en-US"/>
        </a:p>
      </dgm:t>
    </dgm:pt>
    <dgm:pt modelId="{E1D8AAC2-9058-4D8B-B01C-5A5AAFDFB286}" type="sibTrans" cxnId="{A5DC26E1-B04F-4999-BB09-D7C91B2F3933}">
      <dgm:prSet/>
      <dgm:spPr/>
      <dgm:t>
        <a:bodyPr/>
        <a:lstStyle/>
        <a:p>
          <a:endParaRPr lang="en-US"/>
        </a:p>
      </dgm:t>
    </dgm:pt>
    <dgm:pt modelId="{99D4C7CE-98D3-4828-A360-923D8DE9E44E}">
      <dgm:prSet phldrT="[Text]"/>
      <dgm:spPr/>
      <dgm:t>
        <a:bodyPr/>
        <a:lstStyle/>
        <a:p>
          <a:r>
            <a:rPr lang="en-US" b="1" dirty="0"/>
            <a:t>Closing / Q&amp;A</a:t>
          </a:r>
        </a:p>
      </dgm:t>
    </dgm:pt>
    <dgm:pt modelId="{2AF107A4-680C-4502-99CF-F816A007C56A}" type="parTrans" cxnId="{9DF5D8D4-94CB-459B-B6D8-139E3F1E368B}">
      <dgm:prSet/>
      <dgm:spPr/>
      <dgm:t>
        <a:bodyPr/>
        <a:lstStyle/>
        <a:p>
          <a:endParaRPr lang="en-US"/>
        </a:p>
      </dgm:t>
    </dgm:pt>
    <dgm:pt modelId="{2D3DC79A-20C6-4609-96E0-7C4F4CB51EF8}" type="sibTrans" cxnId="{9DF5D8D4-94CB-459B-B6D8-139E3F1E368B}">
      <dgm:prSet/>
      <dgm:spPr/>
      <dgm:t>
        <a:bodyPr/>
        <a:lstStyle/>
        <a:p>
          <a:endParaRPr lang="en-US"/>
        </a:p>
      </dgm:t>
    </dgm:pt>
    <dgm:pt modelId="{D6865C4C-74D4-4479-A6FE-9B7F2A91A8A9}">
      <dgm:prSet phldrT="[Text]"/>
      <dgm:spPr/>
      <dgm:t>
        <a:bodyPr/>
        <a:lstStyle/>
        <a:p>
          <a:r>
            <a:rPr lang="en-US" dirty="0"/>
            <a:t>One platform, key modules, and system benefits</a:t>
          </a:r>
        </a:p>
      </dgm:t>
    </dgm:pt>
    <dgm:pt modelId="{3E1E154F-6555-4DCA-8C1F-02F039A34AF2}" type="parTrans" cxnId="{178E7390-FB99-4BC2-9F30-B27EF92B1B72}">
      <dgm:prSet/>
      <dgm:spPr/>
      <dgm:t>
        <a:bodyPr/>
        <a:lstStyle/>
        <a:p>
          <a:endParaRPr lang="en-US"/>
        </a:p>
      </dgm:t>
    </dgm:pt>
    <dgm:pt modelId="{9E542F6E-3B69-44CD-A26C-9F43030D2292}" type="sibTrans" cxnId="{178E7390-FB99-4BC2-9F30-B27EF92B1B72}">
      <dgm:prSet/>
      <dgm:spPr/>
      <dgm:t>
        <a:bodyPr/>
        <a:lstStyle/>
        <a:p>
          <a:endParaRPr lang="en-US"/>
        </a:p>
      </dgm:t>
    </dgm:pt>
    <dgm:pt modelId="{90DEFAEB-A743-489E-BC7A-48842EEDDF6E}">
      <dgm:prSet/>
      <dgm:spPr/>
      <dgm:t>
        <a:bodyPr/>
        <a:lstStyle/>
        <a:p>
          <a:r>
            <a:rPr lang="en-US" b="1" dirty="0"/>
            <a:t>Modules &amp; Features</a:t>
          </a:r>
        </a:p>
      </dgm:t>
    </dgm:pt>
    <dgm:pt modelId="{051E9F29-6915-416A-8668-69F84B425F62}" type="parTrans" cxnId="{5A4616C6-867D-416B-BE54-CB569DD5BB7E}">
      <dgm:prSet/>
      <dgm:spPr/>
      <dgm:t>
        <a:bodyPr/>
        <a:lstStyle/>
        <a:p>
          <a:endParaRPr lang="en-US"/>
        </a:p>
      </dgm:t>
    </dgm:pt>
    <dgm:pt modelId="{B05AA5BC-D23C-4ADE-B546-92DDE79EA12A}" type="sibTrans" cxnId="{5A4616C6-867D-416B-BE54-CB569DD5BB7E}">
      <dgm:prSet/>
      <dgm:spPr/>
      <dgm:t>
        <a:bodyPr/>
        <a:lstStyle/>
        <a:p>
          <a:endParaRPr lang="en-US"/>
        </a:p>
      </dgm:t>
    </dgm:pt>
    <dgm:pt modelId="{AF91A600-63C5-406D-9409-BB6D23E2AF7B}">
      <dgm:prSet/>
      <dgm:spPr/>
      <dgm:t>
        <a:bodyPr/>
        <a:lstStyle/>
        <a:p>
          <a:r>
            <a:rPr lang="en-US" dirty="0"/>
            <a:t>Sales, Inventory, Accounts, Procurement, Manufacturing</a:t>
          </a:r>
        </a:p>
      </dgm:t>
    </dgm:pt>
    <dgm:pt modelId="{EA0DA7D6-F391-4E64-9240-A641BB0E6568}" type="parTrans" cxnId="{A653E407-5336-444B-9510-8B280BF1E98A}">
      <dgm:prSet/>
      <dgm:spPr/>
      <dgm:t>
        <a:bodyPr/>
        <a:lstStyle/>
        <a:p>
          <a:endParaRPr lang="en-US"/>
        </a:p>
      </dgm:t>
    </dgm:pt>
    <dgm:pt modelId="{0B585AAA-A097-4EF0-98CF-F6A6F595B02E}" type="sibTrans" cxnId="{A653E407-5336-444B-9510-8B280BF1E98A}">
      <dgm:prSet/>
      <dgm:spPr/>
      <dgm:t>
        <a:bodyPr/>
        <a:lstStyle/>
        <a:p>
          <a:endParaRPr lang="en-US"/>
        </a:p>
      </dgm:t>
    </dgm:pt>
    <dgm:pt modelId="{7B20F424-B51D-438D-9BCB-52045343301E}">
      <dgm:prSet phldrT="[Text]"/>
      <dgm:spPr/>
      <dgm:t>
        <a:bodyPr/>
        <a:lstStyle/>
        <a:p>
          <a:r>
            <a:rPr lang="en-US" dirty="0"/>
            <a:t>Dashboards, real-time reports, case study</a:t>
          </a:r>
        </a:p>
      </dgm:t>
    </dgm:pt>
    <dgm:pt modelId="{5EAA8947-1299-44D7-AF64-18311632D917}" type="parTrans" cxnId="{DD749946-73A9-447D-9589-4AFE4CEC0BDE}">
      <dgm:prSet/>
      <dgm:spPr/>
      <dgm:t>
        <a:bodyPr/>
        <a:lstStyle/>
        <a:p>
          <a:endParaRPr lang="en-US"/>
        </a:p>
      </dgm:t>
    </dgm:pt>
    <dgm:pt modelId="{572E7A4E-F6F2-44D7-A293-7B0BDD298F45}" type="sibTrans" cxnId="{DD749946-73A9-447D-9589-4AFE4CEC0BDE}">
      <dgm:prSet/>
      <dgm:spPr/>
      <dgm:t>
        <a:bodyPr/>
        <a:lstStyle/>
        <a:p>
          <a:endParaRPr lang="en-US"/>
        </a:p>
      </dgm:t>
    </dgm:pt>
    <dgm:pt modelId="{D5CAC475-6A8E-4851-8F16-71F366DE5111}">
      <dgm:prSet phldrT="[Text]"/>
      <dgm:spPr/>
      <dgm:t>
        <a:bodyPr/>
        <a:lstStyle/>
        <a:p>
          <a:r>
            <a:rPr lang="en-US" dirty="0"/>
            <a:t>Reliability, backup, security, multi-business control</a:t>
          </a:r>
        </a:p>
      </dgm:t>
    </dgm:pt>
    <dgm:pt modelId="{FE93B663-C425-46C4-B735-98AD5E342388}" type="parTrans" cxnId="{5A10CC87-87DB-49A0-8BF3-59084D14D47C}">
      <dgm:prSet/>
      <dgm:spPr/>
      <dgm:t>
        <a:bodyPr/>
        <a:lstStyle/>
        <a:p>
          <a:endParaRPr lang="en-US"/>
        </a:p>
      </dgm:t>
    </dgm:pt>
    <dgm:pt modelId="{2BE0BA0A-186B-47F0-B493-8970BD3282D3}" type="sibTrans" cxnId="{5A10CC87-87DB-49A0-8BF3-59084D14D47C}">
      <dgm:prSet/>
      <dgm:spPr/>
      <dgm:t>
        <a:bodyPr/>
        <a:lstStyle/>
        <a:p>
          <a:endParaRPr lang="en-US"/>
        </a:p>
      </dgm:t>
    </dgm:pt>
    <dgm:pt modelId="{39F2A85A-E4F2-4557-ABB3-60FA9293F36C}">
      <dgm:prSet phldrT="[Text]"/>
      <dgm:spPr/>
      <dgm:t>
        <a:bodyPr/>
        <a:lstStyle/>
        <a:p>
          <a:r>
            <a:rPr lang="en-US" dirty="0"/>
            <a:t>ROI, proven success, cost-effectiveness</a:t>
          </a:r>
        </a:p>
      </dgm:t>
    </dgm:pt>
    <dgm:pt modelId="{A5FAC42F-D049-4621-97B6-FDDD76631E33}" type="parTrans" cxnId="{84B18899-2848-4313-BA84-35D54E0BA4E0}">
      <dgm:prSet/>
      <dgm:spPr/>
      <dgm:t>
        <a:bodyPr/>
        <a:lstStyle/>
        <a:p>
          <a:endParaRPr lang="en-US"/>
        </a:p>
      </dgm:t>
    </dgm:pt>
    <dgm:pt modelId="{9FDD63DF-6938-43AE-BFF7-33ABD13F472E}" type="sibTrans" cxnId="{84B18899-2848-4313-BA84-35D54E0BA4E0}">
      <dgm:prSet/>
      <dgm:spPr/>
      <dgm:t>
        <a:bodyPr/>
        <a:lstStyle/>
        <a:p>
          <a:endParaRPr lang="en-US"/>
        </a:p>
      </dgm:t>
    </dgm:pt>
    <dgm:pt modelId="{4080700A-7AA3-43A8-A9EB-159F0B216F4B}">
      <dgm:prSet phldrT="[Text]"/>
      <dgm:spPr/>
      <dgm:t>
        <a:bodyPr/>
        <a:lstStyle/>
        <a:p>
          <a:r>
            <a:rPr lang="en-US" dirty="0"/>
            <a:t>Call to action, next steps</a:t>
          </a:r>
        </a:p>
      </dgm:t>
    </dgm:pt>
    <dgm:pt modelId="{12FA15FA-B8CC-45C3-8F7B-1A47BA7A7B37}" type="parTrans" cxnId="{22F47982-8072-4CB5-8B9E-9374B7FF8848}">
      <dgm:prSet/>
      <dgm:spPr/>
      <dgm:t>
        <a:bodyPr/>
        <a:lstStyle/>
        <a:p>
          <a:endParaRPr lang="en-US"/>
        </a:p>
      </dgm:t>
    </dgm:pt>
    <dgm:pt modelId="{58875BC1-764F-48DC-9809-A38A23285AFA}" type="sibTrans" cxnId="{22F47982-8072-4CB5-8B9E-9374B7FF8848}">
      <dgm:prSet/>
      <dgm:spPr/>
      <dgm:t>
        <a:bodyPr/>
        <a:lstStyle/>
        <a:p>
          <a:endParaRPr lang="en-US"/>
        </a:p>
      </dgm:t>
    </dgm:pt>
    <dgm:pt modelId="{661663CA-EBEC-420F-BD4F-48F22058485D}" type="pres">
      <dgm:prSet presAssocID="{EFD5A524-932A-466F-AC42-5139AAA16AE0}" presName="Name0" presStyleCnt="0">
        <dgm:presLayoutVars>
          <dgm:dir/>
          <dgm:resizeHandles val="exact"/>
        </dgm:presLayoutVars>
      </dgm:prSet>
      <dgm:spPr/>
    </dgm:pt>
    <dgm:pt modelId="{DF0476BA-00BF-4ED8-ADA0-57195C2E53C6}" type="pres">
      <dgm:prSet presAssocID="{29F5B360-C223-4967-9338-CF3DC904ACB9}" presName="composite" presStyleCnt="0"/>
      <dgm:spPr/>
    </dgm:pt>
    <dgm:pt modelId="{85B1C716-E7D2-4959-A96D-B5AF73488F30}" type="pres">
      <dgm:prSet presAssocID="{29F5B360-C223-4967-9338-CF3DC904ACB9}" presName="rect1" presStyleLbl="trAlignAcc1" presStyleIdx="0" presStyleCnt="6">
        <dgm:presLayoutVars>
          <dgm:bulletEnabled val="1"/>
        </dgm:presLayoutVars>
      </dgm:prSet>
      <dgm:spPr/>
    </dgm:pt>
    <dgm:pt modelId="{2660647C-EBFF-484F-860C-6125CFE3BD25}" type="pres">
      <dgm:prSet presAssocID="{29F5B360-C223-4967-9338-CF3DC904ACB9}" presName="rect2" presStyleLbl="fgImgPlace1" presStyleIdx="0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Ui Ux outline"/>
        </a:ext>
      </dgm:extLst>
    </dgm:pt>
    <dgm:pt modelId="{58F96E18-5D64-44BE-9F63-1FDE2D00B9AF}" type="pres">
      <dgm:prSet presAssocID="{E160C223-CD1D-4271-BDB8-CF58FDE7E37A}" presName="sibTrans" presStyleCnt="0"/>
      <dgm:spPr/>
    </dgm:pt>
    <dgm:pt modelId="{9855FE5D-12E3-47AA-8A73-5AB6A83AB864}" type="pres">
      <dgm:prSet presAssocID="{90DEFAEB-A743-489E-BC7A-48842EEDDF6E}" presName="composite" presStyleCnt="0"/>
      <dgm:spPr/>
    </dgm:pt>
    <dgm:pt modelId="{DD3D88D6-0BDD-48DF-AE94-10B67147B52E}" type="pres">
      <dgm:prSet presAssocID="{90DEFAEB-A743-489E-BC7A-48842EEDDF6E}" presName="rect1" presStyleLbl="trAlignAcc1" presStyleIdx="1" presStyleCnt="6">
        <dgm:presLayoutVars>
          <dgm:bulletEnabled val="1"/>
        </dgm:presLayoutVars>
      </dgm:prSet>
      <dgm:spPr/>
    </dgm:pt>
    <dgm:pt modelId="{1C76CA7F-FC0E-4B06-961C-A90C82A01A63}" type="pres">
      <dgm:prSet presAssocID="{90DEFAEB-A743-489E-BC7A-48842EEDDF6E}" presName="rect2" presStyleLbl="fgImgPlace1" presStyleIdx="1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md Terminal outline"/>
        </a:ext>
      </dgm:extLst>
    </dgm:pt>
    <dgm:pt modelId="{B2E5349C-F7DF-40E2-A6AB-8D69CC52755D}" type="pres">
      <dgm:prSet presAssocID="{B05AA5BC-D23C-4ADE-B546-92DDE79EA12A}" presName="sibTrans" presStyleCnt="0"/>
      <dgm:spPr/>
    </dgm:pt>
    <dgm:pt modelId="{AF4A81F2-98D8-4191-8B05-8593803FC9BD}" type="pres">
      <dgm:prSet presAssocID="{2F958C18-C2E4-4A06-9D68-D0E7D28E18F8}" presName="composite" presStyleCnt="0"/>
      <dgm:spPr/>
    </dgm:pt>
    <dgm:pt modelId="{1C26E020-EF5E-4AF7-8427-BEBE5C6AEDDA}" type="pres">
      <dgm:prSet presAssocID="{2F958C18-C2E4-4A06-9D68-D0E7D28E18F8}" presName="rect1" presStyleLbl="trAlignAcc1" presStyleIdx="2" presStyleCnt="6">
        <dgm:presLayoutVars>
          <dgm:bulletEnabled val="1"/>
        </dgm:presLayoutVars>
      </dgm:prSet>
      <dgm:spPr/>
    </dgm:pt>
    <dgm:pt modelId="{9EEF15DD-A4E2-4BB9-9D33-001CC4ED1A4C}" type="pres">
      <dgm:prSet presAssocID="{2F958C18-C2E4-4A06-9D68-D0E7D28E18F8}" presName="rect2" presStyleLbl="fgImgPlace1" presStyleIdx="2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Document outline"/>
        </a:ext>
      </dgm:extLst>
    </dgm:pt>
    <dgm:pt modelId="{892A6DC3-76A0-43EF-A1D5-FDB57A8B2F1D}" type="pres">
      <dgm:prSet presAssocID="{CAAE1CF0-5ACA-4AE6-9282-2A0F23830D7F}" presName="sibTrans" presStyleCnt="0"/>
      <dgm:spPr/>
    </dgm:pt>
    <dgm:pt modelId="{FF109405-79DC-4EF9-9F5E-2B625380BA72}" type="pres">
      <dgm:prSet presAssocID="{8FC07624-0BAB-4254-AECE-BCB8CAADDED9}" presName="composite" presStyleCnt="0"/>
      <dgm:spPr/>
    </dgm:pt>
    <dgm:pt modelId="{2C60FFB7-0151-4F2B-994B-08896E830C04}" type="pres">
      <dgm:prSet presAssocID="{8FC07624-0BAB-4254-AECE-BCB8CAADDED9}" presName="rect1" presStyleLbl="trAlignAcc1" presStyleIdx="3" presStyleCnt="6">
        <dgm:presLayoutVars>
          <dgm:bulletEnabled val="1"/>
        </dgm:presLayoutVars>
      </dgm:prSet>
      <dgm:spPr/>
    </dgm:pt>
    <dgm:pt modelId="{CC7099D2-6898-4391-BC42-F5BE0DB4F431}" type="pres">
      <dgm:prSet presAssocID="{8FC07624-0BAB-4254-AECE-BCB8CAADDED9}" presName="rect2" presStyleLbl="fgImgPlace1" presStyleIdx="3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Body builder outline"/>
        </a:ext>
      </dgm:extLst>
    </dgm:pt>
    <dgm:pt modelId="{BA5C409F-2F1B-48BF-86DE-B66585194256}" type="pres">
      <dgm:prSet presAssocID="{40518BE6-0B84-4A49-ABB2-ED409775A340}" presName="sibTrans" presStyleCnt="0"/>
      <dgm:spPr/>
    </dgm:pt>
    <dgm:pt modelId="{80CD327D-15EB-4019-AD0C-A1E49CCEB529}" type="pres">
      <dgm:prSet presAssocID="{4A125AEF-1C5F-4D26-92F1-A0A8DAC5F3BD}" presName="composite" presStyleCnt="0"/>
      <dgm:spPr/>
    </dgm:pt>
    <dgm:pt modelId="{DD4155DE-1D69-476E-A343-4825A1B5C216}" type="pres">
      <dgm:prSet presAssocID="{4A125AEF-1C5F-4D26-92F1-A0A8DAC5F3BD}" presName="rect1" presStyleLbl="trAlignAcc1" presStyleIdx="4" presStyleCnt="6">
        <dgm:presLayoutVars>
          <dgm:bulletEnabled val="1"/>
        </dgm:presLayoutVars>
      </dgm:prSet>
      <dgm:spPr/>
    </dgm:pt>
    <dgm:pt modelId="{28F6CD45-2E9F-4339-987D-41BA3BDF92CA}" type="pres">
      <dgm:prSet presAssocID="{4A125AEF-1C5F-4D26-92F1-A0A8DAC5F3BD}" presName="rect2" presStyleLbl="fgImgPlace1" presStyleIdx="4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Question mark outline"/>
        </a:ext>
      </dgm:extLst>
    </dgm:pt>
    <dgm:pt modelId="{B9F18EAF-6285-4C32-AFAC-1070962D51A1}" type="pres">
      <dgm:prSet presAssocID="{E1D8AAC2-9058-4D8B-B01C-5A5AAFDFB286}" presName="sibTrans" presStyleCnt="0"/>
      <dgm:spPr/>
    </dgm:pt>
    <dgm:pt modelId="{581AFF99-20D7-4A3A-9621-1BA70B804739}" type="pres">
      <dgm:prSet presAssocID="{99D4C7CE-98D3-4828-A360-923D8DE9E44E}" presName="composite" presStyleCnt="0"/>
      <dgm:spPr/>
    </dgm:pt>
    <dgm:pt modelId="{63A509FD-F03D-4E04-918E-54B52629CFCE}" type="pres">
      <dgm:prSet presAssocID="{99D4C7CE-98D3-4828-A360-923D8DE9E44E}" presName="rect1" presStyleLbl="trAlignAcc1" presStyleIdx="5" presStyleCnt="6">
        <dgm:presLayoutVars>
          <dgm:bulletEnabled val="1"/>
        </dgm:presLayoutVars>
      </dgm:prSet>
      <dgm:spPr/>
    </dgm:pt>
    <dgm:pt modelId="{BC113821-02FC-4096-B6DB-DDA40895210F}" type="pres">
      <dgm:prSet presAssocID="{99D4C7CE-98D3-4828-A360-923D8DE9E44E}" presName="rect2" presStyleLbl="fgImgPlace1" presStyleIdx="5" presStyleCnt="6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Questions outline"/>
        </a:ext>
      </dgm:extLst>
    </dgm:pt>
  </dgm:ptLst>
  <dgm:cxnLst>
    <dgm:cxn modelId="{A653E407-5336-444B-9510-8B280BF1E98A}" srcId="{90DEFAEB-A743-489E-BC7A-48842EEDDF6E}" destId="{AF91A600-63C5-406D-9409-BB6D23E2AF7B}" srcOrd="0" destOrd="0" parTransId="{EA0DA7D6-F391-4E64-9240-A641BB0E6568}" sibTransId="{0B585AAA-A097-4EF0-98CF-F6A6F595B02E}"/>
    <dgm:cxn modelId="{7F14980D-B0DB-4D0A-A2B6-BA75BFD6181A}" type="presOf" srcId="{2F958C18-C2E4-4A06-9D68-D0E7D28E18F8}" destId="{1C26E020-EF5E-4AF7-8427-BEBE5C6AEDDA}" srcOrd="0" destOrd="0" presId="urn:microsoft.com/office/officeart/2008/layout/PictureStrips"/>
    <dgm:cxn modelId="{17CD3033-C915-4504-A566-BEC189D42B03}" type="presOf" srcId="{4A125AEF-1C5F-4D26-92F1-A0A8DAC5F3BD}" destId="{DD4155DE-1D69-476E-A343-4825A1B5C216}" srcOrd="0" destOrd="0" presId="urn:microsoft.com/office/officeart/2008/layout/PictureStrips"/>
    <dgm:cxn modelId="{4B5E9740-F1D1-401D-ADD2-E91C81E4B463}" srcId="{EFD5A524-932A-466F-AC42-5139AAA16AE0}" destId="{29F5B360-C223-4967-9338-CF3DC904ACB9}" srcOrd="0" destOrd="0" parTransId="{12765C95-75E5-4818-904A-3490AE1350DA}" sibTransId="{E160C223-CD1D-4271-BDB8-CF58FDE7E37A}"/>
    <dgm:cxn modelId="{D9206762-5DD7-4323-A897-5C96CADDC9CF}" type="presOf" srcId="{4080700A-7AA3-43A8-A9EB-159F0B216F4B}" destId="{63A509FD-F03D-4E04-918E-54B52629CFCE}" srcOrd="0" destOrd="1" presId="urn:microsoft.com/office/officeart/2008/layout/PictureStrips"/>
    <dgm:cxn modelId="{DD749946-73A9-447D-9589-4AFE4CEC0BDE}" srcId="{2F958C18-C2E4-4A06-9D68-D0E7D28E18F8}" destId="{7B20F424-B51D-438D-9BCB-52045343301E}" srcOrd="0" destOrd="0" parTransId="{5EAA8947-1299-44D7-AF64-18311632D917}" sibTransId="{572E7A4E-F6F2-44D7-A293-7B0BDD298F45}"/>
    <dgm:cxn modelId="{B9984247-9ACC-4B18-BE09-0D57412C8582}" type="presOf" srcId="{7B20F424-B51D-438D-9BCB-52045343301E}" destId="{1C26E020-EF5E-4AF7-8427-BEBE5C6AEDDA}" srcOrd="0" destOrd="1" presId="urn:microsoft.com/office/officeart/2008/layout/PictureStrips"/>
    <dgm:cxn modelId="{78038C67-F90E-47BE-9715-BC01A8400F34}" type="presOf" srcId="{8FC07624-0BAB-4254-AECE-BCB8CAADDED9}" destId="{2C60FFB7-0151-4F2B-994B-08896E830C04}" srcOrd="0" destOrd="0" presId="urn:microsoft.com/office/officeart/2008/layout/PictureStrips"/>
    <dgm:cxn modelId="{B4DF906A-D446-4B58-B958-83A640573FEC}" type="presOf" srcId="{99D4C7CE-98D3-4828-A360-923D8DE9E44E}" destId="{63A509FD-F03D-4E04-918E-54B52629CFCE}" srcOrd="0" destOrd="0" presId="urn:microsoft.com/office/officeart/2008/layout/PictureStrips"/>
    <dgm:cxn modelId="{59A76476-2E6A-4C2A-B9B4-4E92D3E53544}" type="presOf" srcId="{EFD5A524-932A-466F-AC42-5139AAA16AE0}" destId="{661663CA-EBEC-420F-BD4F-48F22058485D}" srcOrd="0" destOrd="0" presId="urn:microsoft.com/office/officeart/2008/layout/PictureStrips"/>
    <dgm:cxn modelId="{DBEDF879-58E3-45AC-A9D0-CFA6440C2CF4}" srcId="{EFD5A524-932A-466F-AC42-5139AAA16AE0}" destId="{2F958C18-C2E4-4A06-9D68-D0E7D28E18F8}" srcOrd="2" destOrd="0" parTransId="{CA3CACEE-A492-443F-AD8F-EDD9B795B314}" sibTransId="{CAAE1CF0-5ACA-4AE6-9282-2A0F23830D7F}"/>
    <dgm:cxn modelId="{78943382-D2F8-4198-8726-BFED5BFB3099}" type="presOf" srcId="{D6865C4C-74D4-4479-A6FE-9B7F2A91A8A9}" destId="{85B1C716-E7D2-4959-A96D-B5AF73488F30}" srcOrd="0" destOrd="1" presId="urn:microsoft.com/office/officeart/2008/layout/PictureStrips"/>
    <dgm:cxn modelId="{22F47982-8072-4CB5-8B9E-9374B7FF8848}" srcId="{99D4C7CE-98D3-4828-A360-923D8DE9E44E}" destId="{4080700A-7AA3-43A8-A9EB-159F0B216F4B}" srcOrd="0" destOrd="0" parTransId="{12FA15FA-B8CC-45C3-8F7B-1A47BA7A7B37}" sibTransId="{58875BC1-764F-48DC-9809-A38A23285AFA}"/>
    <dgm:cxn modelId="{5A10CC87-87DB-49A0-8BF3-59084D14D47C}" srcId="{8FC07624-0BAB-4254-AECE-BCB8CAADDED9}" destId="{D5CAC475-6A8E-4851-8F16-71F366DE5111}" srcOrd="0" destOrd="0" parTransId="{FE93B663-C425-46C4-B735-98AD5E342388}" sibTransId="{2BE0BA0A-186B-47F0-B493-8970BD3282D3}"/>
    <dgm:cxn modelId="{178E7390-FB99-4BC2-9F30-B27EF92B1B72}" srcId="{29F5B360-C223-4967-9338-CF3DC904ACB9}" destId="{D6865C4C-74D4-4479-A6FE-9B7F2A91A8A9}" srcOrd="0" destOrd="0" parTransId="{3E1E154F-6555-4DCA-8C1F-02F039A34AF2}" sibTransId="{9E542F6E-3B69-44CD-A26C-9F43030D2292}"/>
    <dgm:cxn modelId="{84B18899-2848-4313-BA84-35D54E0BA4E0}" srcId="{4A125AEF-1C5F-4D26-92F1-A0A8DAC5F3BD}" destId="{39F2A85A-E4F2-4557-ABB3-60FA9293F36C}" srcOrd="0" destOrd="0" parTransId="{A5FAC42F-D049-4621-97B6-FDDD76631E33}" sibTransId="{9FDD63DF-6938-43AE-BFF7-33ABD13F472E}"/>
    <dgm:cxn modelId="{F751E7A1-0FAB-45EF-8EA2-79225DE148D4}" type="presOf" srcId="{AF91A600-63C5-406D-9409-BB6D23E2AF7B}" destId="{DD3D88D6-0BDD-48DF-AE94-10B67147B52E}" srcOrd="0" destOrd="1" presId="urn:microsoft.com/office/officeart/2008/layout/PictureStrips"/>
    <dgm:cxn modelId="{5A4616C6-867D-416B-BE54-CB569DD5BB7E}" srcId="{EFD5A524-932A-466F-AC42-5139AAA16AE0}" destId="{90DEFAEB-A743-489E-BC7A-48842EEDDF6E}" srcOrd="1" destOrd="0" parTransId="{051E9F29-6915-416A-8668-69F84B425F62}" sibTransId="{B05AA5BC-D23C-4ADE-B546-92DDE79EA12A}"/>
    <dgm:cxn modelId="{9DF5D8D4-94CB-459B-B6D8-139E3F1E368B}" srcId="{EFD5A524-932A-466F-AC42-5139AAA16AE0}" destId="{99D4C7CE-98D3-4828-A360-923D8DE9E44E}" srcOrd="5" destOrd="0" parTransId="{2AF107A4-680C-4502-99CF-F816A007C56A}" sibTransId="{2D3DC79A-20C6-4609-96E0-7C4F4CB51EF8}"/>
    <dgm:cxn modelId="{D83B9BE0-EFFE-4915-8671-271B0680F8E6}" type="presOf" srcId="{D5CAC475-6A8E-4851-8F16-71F366DE5111}" destId="{2C60FFB7-0151-4F2B-994B-08896E830C04}" srcOrd="0" destOrd="1" presId="urn:microsoft.com/office/officeart/2008/layout/PictureStrips"/>
    <dgm:cxn modelId="{A5DC26E1-B04F-4999-BB09-D7C91B2F3933}" srcId="{EFD5A524-932A-466F-AC42-5139AAA16AE0}" destId="{4A125AEF-1C5F-4D26-92F1-A0A8DAC5F3BD}" srcOrd="4" destOrd="0" parTransId="{FBA8AAC3-C333-4F82-9434-4244FA457215}" sibTransId="{E1D8AAC2-9058-4D8B-B01C-5A5AAFDFB286}"/>
    <dgm:cxn modelId="{7F9E05EA-C868-4E45-8EF7-E678897D0FF0}" srcId="{EFD5A524-932A-466F-AC42-5139AAA16AE0}" destId="{8FC07624-0BAB-4254-AECE-BCB8CAADDED9}" srcOrd="3" destOrd="0" parTransId="{1DC5B761-423F-4672-9933-2661283052D1}" sibTransId="{40518BE6-0B84-4A49-ABB2-ED409775A340}"/>
    <dgm:cxn modelId="{E7A45AF2-0294-49D8-91E0-6D1A6EC03B9F}" type="presOf" srcId="{29F5B360-C223-4967-9338-CF3DC904ACB9}" destId="{85B1C716-E7D2-4959-A96D-B5AF73488F30}" srcOrd="0" destOrd="0" presId="urn:microsoft.com/office/officeart/2008/layout/PictureStrips"/>
    <dgm:cxn modelId="{2773D0F9-CE4C-41C2-B397-8386BECD1237}" type="presOf" srcId="{39F2A85A-E4F2-4557-ABB3-60FA9293F36C}" destId="{DD4155DE-1D69-476E-A343-4825A1B5C216}" srcOrd="0" destOrd="1" presId="urn:microsoft.com/office/officeart/2008/layout/PictureStrips"/>
    <dgm:cxn modelId="{91AA26FC-2D0B-492B-9B08-3218163D902B}" type="presOf" srcId="{90DEFAEB-A743-489E-BC7A-48842EEDDF6E}" destId="{DD3D88D6-0BDD-48DF-AE94-10B67147B52E}" srcOrd="0" destOrd="0" presId="urn:microsoft.com/office/officeart/2008/layout/PictureStrips"/>
    <dgm:cxn modelId="{AB46AD05-1A35-4B8C-8A69-492E2E524A0C}" type="presParOf" srcId="{661663CA-EBEC-420F-BD4F-48F22058485D}" destId="{DF0476BA-00BF-4ED8-ADA0-57195C2E53C6}" srcOrd="0" destOrd="0" presId="urn:microsoft.com/office/officeart/2008/layout/PictureStrips"/>
    <dgm:cxn modelId="{461E86CC-EB5C-41C2-BB0F-1D494C3CD6CF}" type="presParOf" srcId="{DF0476BA-00BF-4ED8-ADA0-57195C2E53C6}" destId="{85B1C716-E7D2-4959-A96D-B5AF73488F30}" srcOrd="0" destOrd="0" presId="urn:microsoft.com/office/officeart/2008/layout/PictureStrips"/>
    <dgm:cxn modelId="{B74A9BA2-D883-48CE-9F1B-105760BCE54A}" type="presParOf" srcId="{DF0476BA-00BF-4ED8-ADA0-57195C2E53C6}" destId="{2660647C-EBFF-484F-860C-6125CFE3BD25}" srcOrd="1" destOrd="0" presId="urn:microsoft.com/office/officeart/2008/layout/PictureStrips"/>
    <dgm:cxn modelId="{B274400D-B37C-4D6E-A619-23A8CA0D5F0D}" type="presParOf" srcId="{661663CA-EBEC-420F-BD4F-48F22058485D}" destId="{58F96E18-5D64-44BE-9F63-1FDE2D00B9AF}" srcOrd="1" destOrd="0" presId="urn:microsoft.com/office/officeart/2008/layout/PictureStrips"/>
    <dgm:cxn modelId="{B40C2A25-668B-475E-B7F8-BC8AA871F823}" type="presParOf" srcId="{661663CA-EBEC-420F-BD4F-48F22058485D}" destId="{9855FE5D-12E3-47AA-8A73-5AB6A83AB864}" srcOrd="2" destOrd="0" presId="urn:microsoft.com/office/officeart/2008/layout/PictureStrips"/>
    <dgm:cxn modelId="{74CBD6D4-EEE3-4C3B-829E-21147B3C53DB}" type="presParOf" srcId="{9855FE5D-12E3-47AA-8A73-5AB6A83AB864}" destId="{DD3D88D6-0BDD-48DF-AE94-10B67147B52E}" srcOrd="0" destOrd="0" presId="urn:microsoft.com/office/officeart/2008/layout/PictureStrips"/>
    <dgm:cxn modelId="{C9B0AD57-D6D4-4908-9BC0-AA9466617D0E}" type="presParOf" srcId="{9855FE5D-12E3-47AA-8A73-5AB6A83AB864}" destId="{1C76CA7F-FC0E-4B06-961C-A90C82A01A63}" srcOrd="1" destOrd="0" presId="urn:microsoft.com/office/officeart/2008/layout/PictureStrips"/>
    <dgm:cxn modelId="{E0A45DF5-BB62-412E-9D41-CEDA5621CBCD}" type="presParOf" srcId="{661663CA-EBEC-420F-BD4F-48F22058485D}" destId="{B2E5349C-F7DF-40E2-A6AB-8D69CC52755D}" srcOrd="3" destOrd="0" presId="urn:microsoft.com/office/officeart/2008/layout/PictureStrips"/>
    <dgm:cxn modelId="{B898F200-4E6C-477D-AE37-44522C9AF9D0}" type="presParOf" srcId="{661663CA-EBEC-420F-BD4F-48F22058485D}" destId="{AF4A81F2-98D8-4191-8B05-8593803FC9BD}" srcOrd="4" destOrd="0" presId="urn:microsoft.com/office/officeart/2008/layout/PictureStrips"/>
    <dgm:cxn modelId="{0E2D59C3-54DD-4FB0-89B3-B72B48FE7D2F}" type="presParOf" srcId="{AF4A81F2-98D8-4191-8B05-8593803FC9BD}" destId="{1C26E020-EF5E-4AF7-8427-BEBE5C6AEDDA}" srcOrd="0" destOrd="0" presId="urn:microsoft.com/office/officeart/2008/layout/PictureStrips"/>
    <dgm:cxn modelId="{51943F14-95FB-4CEB-8FA3-1454F713622C}" type="presParOf" srcId="{AF4A81F2-98D8-4191-8B05-8593803FC9BD}" destId="{9EEF15DD-A4E2-4BB9-9D33-001CC4ED1A4C}" srcOrd="1" destOrd="0" presId="urn:microsoft.com/office/officeart/2008/layout/PictureStrips"/>
    <dgm:cxn modelId="{29EAA3C4-7700-453A-8464-215DC8D9FF29}" type="presParOf" srcId="{661663CA-EBEC-420F-BD4F-48F22058485D}" destId="{892A6DC3-76A0-43EF-A1D5-FDB57A8B2F1D}" srcOrd="5" destOrd="0" presId="urn:microsoft.com/office/officeart/2008/layout/PictureStrips"/>
    <dgm:cxn modelId="{3D98E7FD-3DE6-435A-8959-EDAED4210092}" type="presParOf" srcId="{661663CA-EBEC-420F-BD4F-48F22058485D}" destId="{FF109405-79DC-4EF9-9F5E-2B625380BA72}" srcOrd="6" destOrd="0" presId="urn:microsoft.com/office/officeart/2008/layout/PictureStrips"/>
    <dgm:cxn modelId="{98C67F93-82D8-497F-93CD-F586A74D2C9B}" type="presParOf" srcId="{FF109405-79DC-4EF9-9F5E-2B625380BA72}" destId="{2C60FFB7-0151-4F2B-994B-08896E830C04}" srcOrd="0" destOrd="0" presId="urn:microsoft.com/office/officeart/2008/layout/PictureStrips"/>
    <dgm:cxn modelId="{9F9402FE-0501-47FB-8AB1-58EBCDA66557}" type="presParOf" srcId="{FF109405-79DC-4EF9-9F5E-2B625380BA72}" destId="{CC7099D2-6898-4391-BC42-F5BE0DB4F431}" srcOrd="1" destOrd="0" presId="urn:microsoft.com/office/officeart/2008/layout/PictureStrips"/>
    <dgm:cxn modelId="{99154A44-DA25-465C-B992-11768550489E}" type="presParOf" srcId="{661663CA-EBEC-420F-BD4F-48F22058485D}" destId="{BA5C409F-2F1B-48BF-86DE-B66585194256}" srcOrd="7" destOrd="0" presId="urn:microsoft.com/office/officeart/2008/layout/PictureStrips"/>
    <dgm:cxn modelId="{29AC5EA8-D8BB-4003-970D-C962009BBF9E}" type="presParOf" srcId="{661663CA-EBEC-420F-BD4F-48F22058485D}" destId="{80CD327D-15EB-4019-AD0C-A1E49CCEB529}" srcOrd="8" destOrd="0" presId="urn:microsoft.com/office/officeart/2008/layout/PictureStrips"/>
    <dgm:cxn modelId="{25970F45-E8BF-4B0F-BD25-47CF2B293FB3}" type="presParOf" srcId="{80CD327D-15EB-4019-AD0C-A1E49CCEB529}" destId="{DD4155DE-1D69-476E-A343-4825A1B5C216}" srcOrd="0" destOrd="0" presId="urn:microsoft.com/office/officeart/2008/layout/PictureStrips"/>
    <dgm:cxn modelId="{E135F59F-8EB2-46FD-894B-EC14F9E637C0}" type="presParOf" srcId="{80CD327D-15EB-4019-AD0C-A1E49CCEB529}" destId="{28F6CD45-2E9F-4339-987D-41BA3BDF92CA}" srcOrd="1" destOrd="0" presId="urn:microsoft.com/office/officeart/2008/layout/PictureStrips"/>
    <dgm:cxn modelId="{2CFFD14B-BA9F-4D91-9443-3633705AF946}" type="presParOf" srcId="{661663CA-EBEC-420F-BD4F-48F22058485D}" destId="{B9F18EAF-6285-4C32-AFAC-1070962D51A1}" srcOrd="9" destOrd="0" presId="urn:microsoft.com/office/officeart/2008/layout/PictureStrips"/>
    <dgm:cxn modelId="{739536A3-F14E-4AD8-AE78-DA5B12B7EDC8}" type="presParOf" srcId="{661663CA-EBEC-420F-BD4F-48F22058485D}" destId="{581AFF99-20D7-4A3A-9621-1BA70B804739}" srcOrd="10" destOrd="0" presId="urn:microsoft.com/office/officeart/2008/layout/PictureStrips"/>
    <dgm:cxn modelId="{5446DD7E-D658-4654-AD96-9996DD952E03}" type="presParOf" srcId="{581AFF99-20D7-4A3A-9621-1BA70B804739}" destId="{63A509FD-F03D-4E04-918E-54B52629CFCE}" srcOrd="0" destOrd="0" presId="urn:microsoft.com/office/officeart/2008/layout/PictureStrips"/>
    <dgm:cxn modelId="{5C596D4E-1547-40A2-8BE9-AAEE7C1130EF}" type="presParOf" srcId="{581AFF99-20D7-4A3A-9621-1BA70B804739}" destId="{BC113821-02FC-4096-B6DB-DDA40895210F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cycle4" loCatId="matrix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r>
            <a:rPr lang="en-US" sz="1200" dirty="0"/>
            <a:t>Multi-plant operations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endParaRPr lang="en-US" sz="12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endParaRPr lang="en-US" sz="1200"/>
        </a:p>
      </dgm:t>
    </dgm:pt>
    <dgm:pt modelId="{04BEE62A-4906-4B6C-871A-04756A11F99A}">
      <dgm:prSet custT="1"/>
      <dgm:spPr/>
      <dgm:t>
        <a:bodyPr/>
        <a:lstStyle/>
        <a:p>
          <a:r>
            <a:rPr lang="en-US" sz="1200" dirty="0"/>
            <a:t>Depot challenges</a:t>
          </a:r>
        </a:p>
      </dgm:t>
    </dgm:pt>
    <dgm:pt modelId="{C4C98C63-3E12-4752-B049-684F4AE119E2}" type="parTrans" cxnId="{6B43FE5B-40D0-4D48-8BBA-B55B7FED5D14}">
      <dgm:prSet/>
      <dgm:spPr/>
      <dgm:t>
        <a:bodyPr/>
        <a:lstStyle/>
        <a:p>
          <a:endParaRPr lang="en-US" sz="1200"/>
        </a:p>
      </dgm:t>
    </dgm:pt>
    <dgm:pt modelId="{EBFAD1AC-FD81-4E92-B046-3765156EBBE4}" type="sibTrans" cxnId="{6B43FE5B-40D0-4D48-8BBA-B55B7FED5D14}">
      <dgm:prSet/>
      <dgm:spPr/>
      <dgm:t>
        <a:bodyPr/>
        <a:lstStyle/>
        <a:p>
          <a:endParaRPr lang="en-US" sz="1200"/>
        </a:p>
      </dgm:t>
    </dgm:pt>
    <dgm:pt modelId="{DC971F93-C23E-4618-B013-52C0470E4AA7}">
      <dgm:prSet custT="1"/>
      <dgm:spPr/>
      <dgm:t>
        <a:bodyPr/>
        <a:lstStyle/>
        <a:p>
          <a:r>
            <a:rPr lang="en-US" sz="1200" dirty="0"/>
            <a:t>Stock mismatch</a:t>
          </a:r>
        </a:p>
      </dgm:t>
    </dgm:pt>
    <dgm:pt modelId="{A2DEB260-3B13-4E21-9244-B7C9DC198442}" type="parTrans" cxnId="{658D033D-6689-44F0-8AED-FEFF07CCCA0B}">
      <dgm:prSet/>
      <dgm:spPr/>
      <dgm:t>
        <a:bodyPr/>
        <a:lstStyle/>
        <a:p>
          <a:endParaRPr lang="en-US" sz="1200"/>
        </a:p>
      </dgm:t>
    </dgm:pt>
    <dgm:pt modelId="{60863EED-E330-480F-93D1-7C45669F8AA1}" type="sibTrans" cxnId="{658D033D-6689-44F0-8AED-FEFF07CCCA0B}">
      <dgm:prSet/>
      <dgm:spPr/>
      <dgm:t>
        <a:bodyPr/>
        <a:lstStyle/>
        <a:p>
          <a:endParaRPr lang="en-US" sz="1200"/>
        </a:p>
      </dgm:t>
    </dgm:pt>
    <dgm:pt modelId="{F1EFCD33-FFF5-499A-B883-D5A2B61E4DC6}">
      <dgm:prSet custT="1"/>
      <dgm:spPr/>
      <dgm:t>
        <a:bodyPr/>
        <a:lstStyle/>
        <a:p>
          <a:r>
            <a:rPr lang="en-US" sz="1200" dirty="0"/>
            <a:t>Manual reporting</a:t>
          </a:r>
        </a:p>
      </dgm:t>
    </dgm:pt>
    <dgm:pt modelId="{8E6D0CE2-21B5-4B3F-8746-8F753188B4B8}" type="parTrans" cxnId="{B4A7F0DF-F4A0-4A87-9149-4193EAE8A8BC}">
      <dgm:prSet/>
      <dgm:spPr/>
      <dgm:t>
        <a:bodyPr/>
        <a:lstStyle/>
        <a:p>
          <a:endParaRPr lang="en-US" sz="1200"/>
        </a:p>
      </dgm:t>
    </dgm:pt>
    <dgm:pt modelId="{88D5D2D2-3CD4-443F-AC9E-82747E143F1D}" type="sibTrans" cxnId="{B4A7F0DF-F4A0-4A87-9149-4193EAE8A8BC}">
      <dgm:prSet/>
      <dgm:spPr/>
      <dgm:t>
        <a:bodyPr/>
        <a:lstStyle/>
        <a:p>
          <a:endParaRPr lang="en-US" sz="1200"/>
        </a:p>
      </dgm:t>
    </dgm:pt>
    <dgm:pt modelId="{4131721A-DE24-43AC-A1EC-F03F39AF28B5}">
      <dgm:prSet custT="1"/>
      <dgm:spPr/>
      <dgm:t>
        <a:bodyPr/>
        <a:lstStyle/>
        <a:p>
          <a:r>
            <a:rPr lang="en-US" sz="1200" dirty="0"/>
            <a:t>Collection delays</a:t>
          </a:r>
        </a:p>
      </dgm:t>
    </dgm:pt>
    <dgm:pt modelId="{0C950B80-DD16-48F8-A64F-FFE3448BCEE4}" type="parTrans" cxnId="{5A332023-6BAB-450A-BC55-78621430E6EB}">
      <dgm:prSet/>
      <dgm:spPr/>
      <dgm:t>
        <a:bodyPr/>
        <a:lstStyle/>
        <a:p>
          <a:endParaRPr lang="en-US" sz="1200"/>
        </a:p>
      </dgm:t>
    </dgm:pt>
    <dgm:pt modelId="{8AB94B5E-BC0A-40C2-A4FE-5E009C2E9FA8}" type="sibTrans" cxnId="{5A332023-6BAB-450A-BC55-78621430E6EB}">
      <dgm:prSet/>
      <dgm:spPr/>
      <dgm:t>
        <a:bodyPr/>
        <a:lstStyle/>
        <a:p>
          <a:endParaRPr lang="en-US" sz="1200"/>
        </a:p>
      </dgm:t>
    </dgm:pt>
    <dgm:pt modelId="{5F0659A8-7DBC-45F1-A5B1-518CA8EB3EF4}">
      <dgm:prSet custT="1"/>
      <dgm:spPr/>
      <dgm:t>
        <a:bodyPr/>
        <a:lstStyle/>
        <a:p>
          <a:r>
            <a:rPr lang="en-US" sz="1200" dirty="0"/>
            <a:t>Slow decisions</a:t>
          </a:r>
        </a:p>
      </dgm:t>
    </dgm:pt>
    <dgm:pt modelId="{95817A14-8C3D-40A6-8678-60760BA76A1D}" type="parTrans" cxnId="{EF90E907-6CEB-4E46-AB11-3B79440890B1}">
      <dgm:prSet/>
      <dgm:spPr/>
      <dgm:t>
        <a:bodyPr/>
        <a:lstStyle/>
        <a:p>
          <a:endParaRPr lang="en-US" sz="1200"/>
        </a:p>
      </dgm:t>
    </dgm:pt>
    <dgm:pt modelId="{5310D3C2-4BB6-4A5A-8FC6-C342ACF87504}" type="sibTrans" cxnId="{EF90E907-6CEB-4E46-AB11-3B79440890B1}">
      <dgm:prSet/>
      <dgm:spPr/>
      <dgm:t>
        <a:bodyPr/>
        <a:lstStyle/>
        <a:p>
          <a:endParaRPr lang="en-US" sz="1200"/>
        </a:p>
      </dgm:t>
    </dgm:pt>
    <dgm:pt modelId="{7FC081B9-9C1D-4095-ABD3-C7B40E412516}">
      <dgm:prSet custT="1"/>
      <dgm:spPr/>
      <dgm:t>
        <a:bodyPr/>
        <a:lstStyle/>
        <a:p>
          <a:r>
            <a:rPr lang="en-US" sz="1200" dirty="0"/>
            <a:t>Data gaps</a:t>
          </a:r>
        </a:p>
      </dgm:t>
    </dgm:pt>
    <dgm:pt modelId="{B7A61E63-665D-4F93-BBA3-B4E384952E69}" type="parTrans" cxnId="{78401263-7BE4-4E4C-80D4-077FF248DEBD}">
      <dgm:prSet/>
      <dgm:spPr/>
      <dgm:t>
        <a:bodyPr/>
        <a:lstStyle/>
        <a:p>
          <a:endParaRPr lang="en-US" sz="1200"/>
        </a:p>
      </dgm:t>
    </dgm:pt>
    <dgm:pt modelId="{9BF0ACB6-E1DD-4505-A031-EBC9C6E78446}" type="sibTrans" cxnId="{78401263-7BE4-4E4C-80D4-077FF248DEBD}">
      <dgm:prSet/>
      <dgm:spPr/>
      <dgm:t>
        <a:bodyPr/>
        <a:lstStyle/>
        <a:p>
          <a:endParaRPr lang="en-US" sz="1200"/>
        </a:p>
      </dgm:t>
    </dgm:pt>
    <dgm:pt modelId="{79640C78-1A81-48AD-9C05-4B63D476061A}">
      <dgm:prSet custT="1"/>
      <dgm:spPr/>
      <dgm:t>
        <a:bodyPr/>
        <a:lstStyle/>
        <a:p>
          <a:r>
            <a:rPr lang="en-US" sz="1200" dirty="0"/>
            <a:t>Market pressure</a:t>
          </a:r>
        </a:p>
      </dgm:t>
    </dgm:pt>
    <dgm:pt modelId="{8845F15B-2750-4A4F-9420-60803C65C753}" type="parTrans" cxnId="{91F68C67-B10A-47C5-99BA-C8456E313946}">
      <dgm:prSet/>
      <dgm:spPr/>
      <dgm:t>
        <a:bodyPr/>
        <a:lstStyle/>
        <a:p>
          <a:endParaRPr lang="en-US" sz="1200"/>
        </a:p>
      </dgm:t>
    </dgm:pt>
    <dgm:pt modelId="{4612FE82-B3FB-41A8-A5CB-3BA06B661128}" type="sibTrans" cxnId="{91F68C67-B10A-47C5-99BA-C8456E313946}">
      <dgm:prSet/>
      <dgm:spPr/>
      <dgm:t>
        <a:bodyPr/>
        <a:lstStyle/>
        <a:p>
          <a:endParaRPr lang="en-US" sz="1200"/>
        </a:p>
      </dgm:t>
    </dgm:pt>
    <dgm:pt modelId="{0C6A5E2A-8016-48B0-9226-EBB27096754D}">
      <dgm:prSet custT="1"/>
      <dgm:spPr/>
      <dgm:t>
        <a:bodyPr/>
        <a:lstStyle/>
        <a:p>
          <a:endParaRPr lang="en-US" sz="1200"/>
        </a:p>
      </dgm:t>
    </dgm:pt>
    <dgm:pt modelId="{ABC25536-C783-4409-B006-04F178E6AFD2}" type="parTrans" cxnId="{2F9F5D92-CA7D-429B-8D56-80E3CABC5B5C}">
      <dgm:prSet/>
      <dgm:spPr/>
      <dgm:t>
        <a:bodyPr/>
        <a:lstStyle/>
        <a:p>
          <a:endParaRPr lang="en-US" sz="1200"/>
        </a:p>
      </dgm:t>
    </dgm:pt>
    <dgm:pt modelId="{E5C963B8-065E-4BC3-9731-0BAE22F6DEF3}" type="sibTrans" cxnId="{2F9F5D92-CA7D-429B-8D56-80E3CABC5B5C}">
      <dgm:prSet/>
      <dgm:spPr/>
      <dgm:t>
        <a:bodyPr/>
        <a:lstStyle/>
        <a:p>
          <a:endParaRPr lang="en-US" sz="1200"/>
        </a:p>
      </dgm:t>
    </dgm:pt>
    <dgm:pt modelId="{0B863D65-ADC5-4C5B-9B2B-76E48B3B8621}" type="pres">
      <dgm:prSet presAssocID="{6590A677-2857-4BBD-88C5-B8C751448989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F1F9AC24-DE79-49B3-AAAE-E80F0D39A5D8}" type="pres">
      <dgm:prSet presAssocID="{6590A677-2857-4BBD-88C5-B8C751448989}" presName="children" presStyleCnt="0"/>
      <dgm:spPr/>
    </dgm:pt>
    <dgm:pt modelId="{656B61BF-D452-406E-9DA6-F98770B32D92}" type="pres">
      <dgm:prSet presAssocID="{6590A677-2857-4BBD-88C5-B8C751448989}" presName="child1group" presStyleCnt="0"/>
      <dgm:spPr/>
    </dgm:pt>
    <dgm:pt modelId="{CE896674-C048-4429-B4F2-F3E13F5183F5}" type="pres">
      <dgm:prSet presAssocID="{6590A677-2857-4BBD-88C5-B8C751448989}" presName="child1" presStyleLbl="bgAcc1" presStyleIdx="0" presStyleCnt="4"/>
      <dgm:spPr/>
    </dgm:pt>
    <dgm:pt modelId="{60DBD267-721D-4395-8B1F-B11DC459E387}" type="pres">
      <dgm:prSet presAssocID="{6590A677-2857-4BBD-88C5-B8C751448989}" presName="child1Text" presStyleLbl="bgAcc1" presStyleIdx="0" presStyleCnt="4">
        <dgm:presLayoutVars>
          <dgm:bulletEnabled val="1"/>
        </dgm:presLayoutVars>
      </dgm:prSet>
      <dgm:spPr/>
    </dgm:pt>
    <dgm:pt modelId="{1943274E-83E4-4053-90DE-B1B6EDB1F26A}" type="pres">
      <dgm:prSet presAssocID="{6590A677-2857-4BBD-88C5-B8C751448989}" presName="child2group" presStyleCnt="0"/>
      <dgm:spPr/>
    </dgm:pt>
    <dgm:pt modelId="{DB7F5221-7F2B-45C2-B830-77655D2C8496}" type="pres">
      <dgm:prSet presAssocID="{6590A677-2857-4BBD-88C5-B8C751448989}" presName="child2" presStyleLbl="bgAcc1" presStyleIdx="1" presStyleCnt="4"/>
      <dgm:spPr/>
    </dgm:pt>
    <dgm:pt modelId="{6B382B97-CCEF-4318-B878-E65B6195B89E}" type="pres">
      <dgm:prSet presAssocID="{6590A677-2857-4BBD-88C5-B8C751448989}" presName="child2Text" presStyleLbl="bgAcc1" presStyleIdx="1" presStyleCnt="4">
        <dgm:presLayoutVars>
          <dgm:bulletEnabled val="1"/>
        </dgm:presLayoutVars>
      </dgm:prSet>
      <dgm:spPr/>
    </dgm:pt>
    <dgm:pt modelId="{F5FAEE34-AE63-49BD-86B3-F3F017C51EA5}" type="pres">
      <dgm:prSet presAssocID="{6590A677-2857-4BBD-88C5-B8C751448989}" presName="child3group" presStyleCnt="0"/>
      <dgm:spPr/>
    </dgm:pt>
    <dgm:pt modelId="{68C6B92C-EC0F-4DF7-9944-CEFAFBDE9959}" type="pres">
      <dgm:prSet presAssocID="{6590A677-2857-4BBD-88C5-B8C751448989}" presName="child3" presStyleLbl="bgAcc1" presStyleIdx="2" presStyleCnt="4"/>
      <dgm:spPr/>
    </dgm:pt>
    <dgm:pt modelId="{E0B66544-7CFB-41FC-BC60-F876C10D84D1}" type="pres">
      <dgm:prSet presAssocID="{6590A677-2857-4BBD-88C5-B8C751448989}" presName="child3Text" presStyleLbl="bgAcc1" presStyleIdx="2" presStyleCnt="4">
        <dgm:presLayoutVars>
          <dgm:bulletEnabled val="1"/>
        </dgm:presLayoutVars>
      </dgm:prSet>
      <dgm:spPr/>
    </dgm:pt>
    <dgm:pt modelId="{4A818A99-A1BE-4166-8383-98E742D765E4}" type="pres">
      <dgm:prSet presAssocID="{6590A677-2857-4BBD-88C5-B8C751448989}" presName="child4group" presStyleCnt="0"/>
      <dgm:spPr/>
    </dgm:pt>
    <dgm:pt modelId="{E2943E13-8240-49A5-A9AF-A0529ED9A32A}" type="pres">
      <dgm:prSet presAssocID="{6590A677-2857-4BBD-88C5-B8C751448989}" presName="child4" presStyleLbl="bgAcc1" presStyleIdx="3" presStyleCnt="4"/>
      <dgm:spPr/>
    </dgm:pt>
    <dgm:pt modelId="{A864BAC9-AE62-4E67-8DFA-E0ED01C73AA0}" type="pres">
      <dgm:prSet presAssocID="{6590A677-2857-4BBD-88C5-B8C751448989}" presName="child4Text" presStyleLbl="bgAcc1" presStyleIdx="3" presStyleCnt="4">
        <dgm:presLayoutVars>
          <dgm:bulletEnabled val="1"/>
        </dgm:presLayoutVars>
      </dgm:prSet>
      <dgm:spPr/>
    </dgm:pt>
    <dgm:pt modelId="{9843D1AB-A9BE-42CA-A4BA-71AA47446B7E}" type="pres">
      <dgm:prSet presAssocID="{6590A677-2857-4BBD-88C5-B8C751448989}" presName="childPlaceholder" presStyleCnt="0"/>
      <dgm:spPr/>
    </dgm:pt>
    <dgm:pt modelId="{1F7861CE-5BA8-415A-80C0-796167B48C47}" type="pres">
      <dgm:prSet presAssocID="{6590A677-2857-4BBD-88C5-B8C751448989}" presName="circle" presStyleCnt="0"/>
      <dgm:spPr/>
    </dgm:pt>
    <dgm:pt modelId="{ADC41725-C734-45EA-9032-EAF8C33DD8ED}" type="pres">
      <dgm:prSet presAssocID="{6590A677-2857-4BBD-88C5-B8C751448989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76FA5C59-FFA8-4A5F-83DB-21C8DF0C4685}" type="pres">
      <dgm:prSet presAssocID="{6590A677-2857-4BBD-88C5-B8C751448989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7AB1C55-8553-4B39-BF18-24DA72B34FE0}" type="pres">
      <dgm:prSet presAssocID="{6590A677-2857-4BBD-88C5-B8C751448989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C750384C-45EE-48DF-AE66-FAB6924F5FF4}" type="pres">
      <dgm:prSet presAssocID="{6590A677-2857-4BBD-88C5-B8C751448989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0CD7970C-783E-4D6F-B23F-2D3CFB3F9F53}" type="pres">
      <dgm:prSet presAssocID="{6590A677-2857-4BBD-88C5-B8C751448989}" presName="quadrantPlaceholder" presStyleCnt="0"/>
      <dgm:spPr/>
    </dgm:pt>
    <dgm:pt modelId="{960D1E03-A4A9-41CA-BC3F-87884DC6F85F}" type="pres">
      <dgm:prSet presAssocID="{6590A677-2857-4BBD-88C5-B8C751448989}" presName="center1" presStyleLbl="fgShp" presStyleIdx="0" presStyleCnt="2"/>
      <dgm:spPr/>
    </dgm:pt>
    <dgm:pt modelId="{25CFBFC1-A865-428D-B5A6-CAB2B87B312D}" type="pres">
      <dgm:prSet presAssocID="{6590A677-2857-4BBD-88C5-B8C751448989}" presName="center2" presStyleLbl="fgShp" presStyleIdx="1" presStyleCnt="2"/>
      <dgm:spPr/>
    </dgm:pt>
  </dgm:ptLst>
  <dgm:cxnLst>
    <dgm:cxn modelId="{EF90E907-6CEB-4E46-AB11-3B79440890B1}" srcId="{4131721A-DE24-43AC-A1EC-F03F39AF28B5}" destId="{5F0659A8-7DBC-45F1-A5B1-518CA8EB3EF4}" srcOrd="0" destOrd="0" parTransId="{95817A14-8C3D-40A6-8678-60760BA76A1D}" sibTransId="{5310D3C2-4BB6-4A5A-8FC6-C342ACF87504}"/>
    <dgm:cxn modelId="{0E6E6010-2786-4EB9-BF6F-9ED3742F649A}" type="presOf" srcId="{5F0659A8-7DBC-45F1-A5B1-518CA8EB3EF4}" destId="{68C6B92C-EC0F-4DF7-9944-CEFAFBDE9959}" srcOrd="0" destOrd="0" presId="urn:microsoft.com/office/officeart/2005/8/layout/cycle4"/>
    <dgm:cxn modelId="{5A332023-6BAB-450A-BC55-78621430E6EB}" srcId="{6590A677-2857-4BBD-88C5-B8C751448989}" destId="{4131721A-DE24-43AC-A1EC-F03F39AF28B5}" srcOrd="2" destOrd="0" parTransId="{0C950B80-DD16-48F8-A64F-FFE3448BCEE4}" sibTransId="{8AB94B5E-BC0A-40C2-A4FE-5E009C2E9FA8}"/>
    <dgm:cxn modelId="{658D033D-6689-44F0-8AED-FEFF07CCCA0B}" srcId="{6590A677-2857-4BBD-88C5-B8C751448989}" destId="{DC971F93-C23E-4618-B013-52C0470E4AA7}" srcOrd="1" destOrd="0" parTransId="{A2DEB260-3B13-4E21-9244-B7C9DC198442}" sibTransId="{60863EED-E330-480F-93D1-7C45669F8AA1}"/>
    <dgm:cxn modelId="{6B43FE5B-40D0-4D48-8BBA-B55B7FED5D14}" srcId="{8822DDF5-47F2-4FCE-A855-07AD9BA5B704}" destId="{04BEE62A-4906-4B6C-871A-04756A11F99A}" srcOrd="0" destOrd="0" parTransId="{C4C98C63-3E12-4752-B049-684F4AE119E2}" sibTransId="{EBFAD1AC-FD81-4E92-B046-3765156EBBE4}"/>
    <dgm:cxn modelId="{78401263-7BE4-4E4C-80D4-077FF248DEBD}" srcId="{6590A677-2857-4BBD-88C5-B8C751448989}" destId="{7FC081B9-9C1D-4095-ABD3-C7B40E412516}" srcOrd="3" destOrd="0" parTransId="{B7A61E63-665D-4F93-BBA3-B4E384952E69}" sibTransId="{9BF0ACB6-E1DD-4505-A031-EBC9C6E78446}"/>
    <dgm:cxn modelId="{91F68C67-B10A-47C5-99BA-C8456E313946}" srcId="{7FC081B9-9C1D-4095-ABD3-C7B40E412516}" destId="{79640C78-1A81-48AD-9C05-4B63D476061A}" srcOrd="0" destOrd="0" parTransId="{8845F15B-2750-4A4F-9420-60803C65C753}" sibTransId="{4612FE82-B3FB-41A8-A5CB-3BA06B661128}"/>
    <dgm:cxn modelId="{6F76D547-7DE9-476D-AF82-7CB50C24BB34}" type="presOf" srcId="{4131721A-DE24-43AC-A1EC-F03F39AF28B5}" destId="{27AB1C55-8553-4B39-BF18-24DA72B34FE0}" srcOrd="0" destOrd="0" presId="urn:microsoft.com/office/officeart/2005/8/layout/cycle4"/>
    <dgm:cxn modelId="{A9F7604B-A8AA-4BBC-B762-20E96D0728B3}" type="presOf" srcId="{79640C78-1A81-48AD-9C05-4B63D476061A}" destId="{A864BAC9-AE62-4E67-8DFA-E0ED01C73AA0}" srcOrd="1" destOrd="0" presId="urn:microsoft.com/office/officeart/2005/8/layout/cycle4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4204DB51-D47B-4C00-8691-3737D5C9B7D3}" type="presOf" srcId="{04BEE62A-4906-4B6C-871A-04756A11F99A}" destId="{60DBD267-721D-4395-8B1F-B11DC459E387}" srcOrd="1" destOrd="0" presId="urn:microsoft.com/office/officeart/2005/8/layout/cycle4"/>
    <dgm:cxn modelId="{0C69EC73-EEE5-404D-9C0D-8F5B6B827135}" type="presOf" srcId="{7FC081B9-9C1D-4095-ABD3-C7B40E412516}" destId="{C750384C-45EE-48DF-AE66-FAB6924F5FF4}" srcOrd="0" destOrd="0" presId="urn:microsoft.com/office/officeart/2005/8/layout/cycle4"/>
    <dgm:cxn modelId="{44B43F8D-CF27-4690-B6B6-3D78E25F9B04}" type="presOf" srcId="{DC971F93-C23E-4618-B013-52C0470E4AA7}" destId="{76FA5C59-FFA8-4A5F-83DB-21C8DF0C4685}" srcOrd="0" destOrd="0" presId="urn:microsoft.com/office/officeart/2005/8/layout/cycle4"/>
    <dgm:cxn modelId="{2F9F5D92-CA7D-429B-8D56-80E3CABC5B5C}" srcId="{6590A677-2857-4BBD-88C5-B8C751448989}" destId="{0C6A5E2A-8016-48B0-9226-EBB27096754D}" srcOrd="4" destOrd="0" parTransId="{ABC25536-C783-4409-B006-04F178E6AFD2}" sibTransId="{E5C963B8-065E-4BC3-9731-0BAE22F6DEF3}"/>
    <dgm:cxn modelId="{295B79BB-C461-43B5-A46B-00A86D470DFF}" type="presOf" srcId="{5F0659A8-7DBC-45F1-A5B1-518CA8EB3EF4}" destId="{E0B66544-7CFB-41FC-BC60-F876C10D84D1}" srcOrd="1" destOrd="0" presId="urn:microsoft.com/office/officeart/2005/8/layout/cycle4"/>
    <dgm:cxn modelId="{0055E0C6-1179-4F0E-8E9C-42772CD35052}" type="presOf" srcId="{6590A677-2857-4BBD-88C5-B8C751448989}" destId="{0B863D65-ADC5-4C5B-9B2B-76E48B3B8621}" srcOrd="0" destOrd="0" presId="urn:microsoft.com/office/officeart/2005/8/layout/cycle4"/>
    <dgm:cxn modelId="{1AC449D3-74F1-42A9-A1B4-4F14281E1E16}" type="presOf" srcId="{8822DDF5-47F2-4FCE-A855-07AD9BA5B704}" destId="{ADC41725-C734-45EA-9032-EAF8C33DD8ED}" srcOrd="0" destOrd="0" presId="urn:microsoft.com/office/officeart/2005/8/layout/cycle4"/>
    <dgm:cxn modelId="{ED2A1BD5-3002-4663-9086-CAF0A9CDB7C8}" type="presOf" srcId="{04BEE62A-4906-4B6C-871A-04756A11F99A}" destId="{CE896674-C048-4429-B4F2-F3E13F5183F5}" srcOrd="0" destOrd="0" presId="urn:microsoft.com/office/officeart/2005/8/layout/cycle4"/>
    <dgm:cxn modelId="{CD09FADC-13B3-4FAD-8EC5-23E61AF1DCC6}" type="presOf" srcId="{F1EFCD33-FFF5-499A-B883-D5A2B61E4DC6}" destId="{DB7F5221-7F2B-45C2-B830-77655D2C8496}" srcOrd="0" destOrd="0" presId="urn:microsoft.com/office/officeart/2005/8/layout/cycle4"/>
    <dgm:cxn modelId="{B4A7F0DF-F4A0-4A87-9149-4193EAE8A8BC}" srcId="{DC971F93-C23E-4618-B013-52C0470E4AA7}" destId="{F1EFCD33-FFF5-499A-B883-D5A2B61E4DC6}" srcOrd="0" destOrd="0" parTransId="{8E6D0CE2-21B5-4B3F-8746-8F753188B4B8}" sibTransId="{88D5D2D2-3CD4-443F-AC9E-82747E143F1D}"/>
    <dgm:cxn modelId="{F3301DE4-E4D8-4905-98A2-D6B9E5D0FE4D}" type="presOf" srcId="{79640C78-1A81-48AD-9C05-4B63D476061A}" destId="{E2943E13-8240-49A5-A9AF-A0529ED9A32A}" srcOrd="0" destOrd="0" presId="urn:microsoft.com/office/officeart/2005/8/layout/cycle4"/>
    <dgm:cxn modelId="{2BA8BBFE-2E53-4AC2-97E9-340C5137BE12}" type="presOf" srcId="{F1EFCD33-FFF5-499A-B883-D5A2B61E4DC6}" destId="{6B382B97-CCEF-4318-B878-E65B6195B89E}" srcOrd="1" destOrd="0" presId="urn:microsoft.com/office/officeart/2005/8/layout/cycle4"/>
    <dgm:cxn modelId="{716D6397-99ED-4973-AEF6-D4270B90C9F9}" type="presParOf" srcId="{0B863D65-ADC5-4C5B-9B2B-76E48B3B8621}" destId="{F1F9AC24-DE79-49B3-AAAE-E80F0D39A5D8}" srcOrd="0" destOrd="0" presId="urn:microsoft.com/office/officeart/2005/8/layout/cycle4"/>
    <dgm:cxn modelId="{EDC2F9D2-74B7-48C0-AF85-03FB1BDA7D68}" type="presParOf" srcId="{F1F9AC24-DE79-49B3-AAAE-E80F0D39A5D8}" destId="{656B61BF-D452-406E-9DA6-F98770B32D92}" srcOrd="0" destOrd="0" presId="urn:microsoft.com/office/officeart/2005/8/layout/cycle4"/>
    <dgm:cxn modelId="{F61AFFD9-06D3-424D-B6D1-04B6697B5BF3}" type="presParOf" srcId="{656B61BF-D452-406E-9DA6-F98770B32D92}" destId="{CE896674-C048-4429-B4F2-F3E13F5183F5}" srcOrd="0" destOrd="0" presId="urn:microsoft.com/office/officeart/2005/8/layout/cycle4"/>
    <dgm:cxn modelId="{21B2F337-B154-4ADA-9943-1379C1C97F94}" type="presParOf" srcId="{656B61BF-D452-406E-9DA6-F98770B32D92}" destId="{60DBD267-721D-4395-8B1F-B11DC459E387}" srcOrd="1" destOrd="0" presId="urn:microsoft.com/office/officeart/2005/8/layout/cycle4"/>
    <dgm:cxn modelId="{EF8C1E50-CBE8-4583-BCA7-909C2C97CBC3}" type="presParOf" srcId="{F1F9AC24-DE79-49B3-AAAE-E80F0D39A5D8}" destId="{1943274E-83E4-4053-90DE-B1B6EDB1F26A}" srcOrd="1" destOrd="0" presId="urn:microsoft.com/office/officeart/2005/8/layout/cycle4"/>
    <dgm:cxn modelId="{C4AE12AF-59DC-498D-8D0F-98DA053E1752}" type="presParOf" srcId="{1943274E-83E4-4053-90DE-B1B6EDB1F26A}" destId="{DB7F5221-7F2B-45C2-B830-77655D2C8496}" srcOrd="0" destOrd="0" presId="urn:microsoft.com/office/officeart/2005/8/layout/cycle4"/>
    <dgm:cxn modelId="{D80D7BBA-5052-4654-A299-F90A4A8C50D9}" type="presParOf" srcId="{1943274E-83E4-4053-90DE-B1B6EDB1F26A}" destId="{6B382B97-CCEF-4318-B878-E65B6195B89E}" srcOrd="1" destOrd="0" presId="urn:microsoft.com/office/officeart/2005/8/layout/cycle4"/>
    <dgm:cxn modelId="{92FD1ECD-84BD-436B-B07B-B35E86ABFB62}" type="presParOf" srcId="{F1F9AC24-DE79-49B3-AAAE-E80F0D39A5D8}" destId="{F5FAEE34-AE63-49BD-86B3-F3F017C51EA5}" srcOrd="2" destOrd="0" presId="urn:microsoft.com/office/officeart/2005/8/layout/cycle4"/>
    <dgm:cxn modelId="{47E53927-9222-4D5D-86D1-1ACABC68E0B5}" type="presParOf" srcId="{F5FAEE34-AE63-49BD-86B3-F3F017C51EA5}" destId="{68C6B92C-EC0F-4DF7-9944-CEFAFBDE9959}" srcOrd="0" destOrd="0" presId="urn:microsoft.com/office/officeart/2005/8/layout/cycle4"/>
    <dgm:cxn modelId="{708FA5FB-8F98-4828-BD5C-75D445158005}" type="presParOf" srcId="{F5FAEE34-AE63-49BD-86B3-F3F017C51EA5}" destId="{E0B66544-7CFB-41FC-BC60-F876C10D84D1}" srcOrd="1" destOrd="0" presId="urn:microsoft.com/office/officeart/2005/8/layout/cycle4"/>
    <dgm:cxn modelId="{702738EB-E472-4B6D-8213-CCC192085A57}" type="presParOf" srcId="{F1F9AC24-DE79-49B3-AAAE-E80F0D39A5D8}" destId="{4A818A99-A1BE-4166-8383-98E742D765E4}" srcOrd="3" destOrd="0" presId="urn:microsoft.com/office/officeart/2005/8/layout/cycle4"/>
    <dgm:cxn modelId="{1DC38C54-DA00-4E05-AC11-AB0CAFA5D799}" type="presParOf" srcId="{4A818A99-A1BE-4166-8383-98E742D765E4}" destId="{E2943E13-8240-49A5-A9AF-A0529ED9A32A}" srcOrd="0" destOrd="0" presId="urn:microsoft.com/office/officeart/2005/8/layout/cycle4"/>
    <dgm:cxn modelId="{4D74F5BD-534B-4B20-80B4-800E002E58AD}" type="presParOf" srcId="{4A818A99-A1BE-4166-8383-98E742D765E4}" destId="{A864BAC9-AE62-4E67-8DFA-E0ED01C73AA0}" srcOrd="1" destOrd="0" presId="urn:microsoft.com/office/officeart/2005/8/layout/cycle4"/>
    <dgm:cxn modelId="{EE97F2E3-20E9-48EE-B314-F342BA7998F3}" type="presParOf" srcId="{F1F9AC24-DE79-49B3-AAAE-E80F0D39A5D8}" destId="{9843D1AB-A9BE-42CA-A4BA-71AA47446B7E}" srcOrd="4" destOrd="0" presId="urn:microsoft.com/office/officeart/2005/8/layout/cycle4"/>
    <dgm:cxn modelId="{C24620CA-E319-4389-BE1A-12BDBEDF976F}" type="presParOf" srcId="{0B863D65-ADC5-4C5B-9B2B-76E48B3B8621}" destId="{1F7861CE-5BA8-415A-80C0-796167B48C47}" srcOrd="1" destOrd="0" presId="urn:microsoft.com/office/officeart/2005/8/layout/cycle4"/>
    <dgm:cxn modelId="{6D5A2FC1-B548-4BB8-A182-E38CF182E45E}" type="presParOf" srcId="{1F7861CE-5BA8-415A-80C0-796167B48C47}" destId="{ADC41725-C734-45EA-9032-EAF8C33DD8ED}" srcOrd="0" destOrd="0" presId="urn:microsoft.com/office/officeart/2005/8/layout/cycle4"/>
    <dgm:cxn modelId="{03973145-227E-47CC-83A1-F74CA3FE9FD7}" type="presParOf" srcId="{1F7861CE-5BA8-415A-80C0-796167B48C47}" destId="{76FA5C59-FFA8-4A5F-83DB-21C8DF0C4685}" srcOrd="1" destOrd="0" presId="urn:microsoft.com/office/officeart/2005/8/layout/cycle4"/>
    <dgm:cxn modelId="{5663F14E-8F28-4EFA-85F8-EAE26D7A0F36}" type="presParOf" srcId="{1F7861CE-5BA8-415A-80C0-796167B48C47}" destId="{27AB1C55-8553-4B39-BF18-24DA72B34FE0}" srcOrd="2" destOrd="0" presId="urn:microsoft.com/office/officeart/2005/8/layout/cycle4"/>
    <dgm:cxn modelId="{CF0ABC12-3F79-4E7D-8AF7-5AFB5C62F512}" type="presParOf" srcId="{1F7861CE-5BA8-415A-80C0-796167B48C47}" destId="{C750384C-45EE-48DF-AE66-FAB6924F5FF4}" srcOrd="3" destOrd="0" presId="urn:microsoft.com/office/officeart/2005/8/layout/cycle4"/>
    <dgm:cxn modelId="{AF27B83D-9F8D-453E-B39F-23656C91E86D}" type="presParOf" srcId="{1F7861CE-5BA8-415A-80C0-796167B48C47}" destId="{0CD7970C-783E-4D6F-B23F-2D3CFB3F9F53}" srcOrd="4" destOrd="0" presId="urn:microsoft.com/office/officeart/2005/8/layout/cycle4"/>
    <dgm:cxn modelId="{08A32A41-9E2A-4D74-AB96-F437562EDE75}" type="presParOf" srcId="{0B863D65-ADC5-4C5B-9B2B-76E48B3B8621}" destId="{960D1E03-A4A9-41CA-BC3F-87884DC6F85F}" srcOrd="2" destOrd="0" presId="urn:microsoft.com/office/officeart/2005/8/layout/cycle4"/>
    <dgm:cxn modelId="{B7483EED-3DA2-4616-BE0B-0C7E11F2DB9D}" type="presParOf" srcId="{0B863D65-ADC5-4C5B-9B2B-76E48B3B8621}" destId="{25CFBFC1-A865-428D-B5A6-CAB2B87B312D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BB0E74-F95D-48B3-8873-AA60AD826BDA}" type="doc">
      <dgm:prSet loTypeId="urn:microsoft.com/office/officeart/2005/8/layout/bList2" loCatId="list" qsTypeId="urn:microsoft.com/office/officeart/2005/8/quickstyle/simple1" qsCatId="simple" csTypeId="urn:microsoft.com/office/officeart/2005/8/colors/colorful4" csCatId="colorful" phldr="1"/>
      <dgm:spPr/>
    </dgm:pt>
    <dgm:pt modelId="{48B67D2B-5FE9-4104-9C29-77C968C0ECF3}">
      <dgm:prSet phldrT="[Text]" custT="1"/>
      <dgm:spPr/>
      <dgm:t>
        <a:bodyPr/>
        <a:lstStyle/>
        <a:p>
          <a:r>
            <a:rPr lang="en-US" sz="1500" b="1" dirty="0">
              <a:latin typeface="Franklin Gothic Book (Body)"/>
              <a:cs typeface="Times New Roman" panose="02020603050405020304" pitchFamily="18" charset="0"/>
            </a:rPr>
            <a:t>Programming</a:t>
          </a:r>
        </a:p>
      </dgm:t>
    </dgm:pt>
    <dgm:pt modelId="{6DE0E901-00EF-4DD5-B105-B4C6E7B913D8}" type="parTrans" cxnId="{245EB379-A54C-4C5F-AFFD-CB294530DB8B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BE65C640-0F77-4EED-9DE4-8AFAA98B8AEE}" type="sibTrans" cxnId="{245EB379-A54C-4C5F-AFFD-CB294530DB8B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0B08CE1C-88A4-4218-8FDA-175A256E1732}">
      <dgm:prSet phldrT="[Text]" custT="1"/>
      <dgm:spPr/>
      <dgm:t>
        <a:bodyPr/>
        <a:lstStyle/>
        <a:p>
          <a:r>
            <a:rPr lang="en-US" sz="1500" b="1" dirty="0">
              <a:latin typeface="Franklin Gothic Book (Body)"/>
              <a:cs typeface="Times New Roman" panose="02020603050405020304" pitchFamily="18" charset="0"/>
            </a:rPr>
            <a:t>Software Framework</a:t>
          </a:r>
        </a:p>
      </dgm:t>
    </dgm:pt>
    <dgm:pt modelId="{CC4E3E4D-4317-4ACF-A391-4672F3249366}" type="parTrans" cxnId="{714B6B08-39B1-43DD-9F74-BC55E2EFFB3B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39D59B99-90F1-4FDE-9E9D-774048828DD6}" type="sibTrans" cxnId="{714B6B08-39B1-43DD-9F74-BC55E2EFFB3B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BC5ADFC4-46DF-4E66-B1DA-B34E9D17E8E7}">
      <dgm:prSet phldrT="[Text]" custT="1"/>
      <dgm:spPr/>
      <dgm:t>
        <a:bodyPr/>
        <a:lstStyle/>
        <a:p>
          <a:r>
            <a:rPr lang="en-US" sz="1500" b="1" dirty="0">
              <a:latin typeface="Franklin Gothic Book (Body)"/>
              <a:cs typeface="Times New Roman" panose="02020603050405020304" pitchFamily="18" charset="0"/>
            </a:rPr>
            <a:t>Database &amp; Reporting</a:t>
          </a:r>
        </a:p>
      </dgm:t>
    </dgm:pt>
    <dgm:pt modelId="{F8AE6A98-228A-486F-89CA-E151339437F1}" type="parTrans" cxnId="{085B7F22-CEA4-4514-AB8B-9CA931F66178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3B510AEE-FBAC-4FF8-9728-21787C107061}" type="sibTrans" cxnId="{085B7F22-CEA4-4514-AB8B-9CA931F66178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13466AC6-0CD4-4F47-9911-081354636CA9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Java</a:t>
          </a:r>
        </a:p>
      </dgm:t>
    </dgm:pt>
    <dgm:pt modelId="{0B5FE49B-084D-4257-8A4F-C7C213856CBE}" type="parTrans" cxnId="{936A107D-8967-412F-9DA9-BCD70A09EDE3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95AB6212-D540-4B14-BA7C-0FE4D426D6C1}" type="sibTrans" cxnId="{936A107D-8967-412F-9DA9-BCD70A09EDE3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E3597249-6A7F-45EE-B3E7-43480A6A556F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Spring Boot</a:t>
          </a:r>
        </a:p>
      </dgm:t>
    </dgm:pt>
    <dgm:pt modelId="{FC9CED99-97E5-4D8E-B88A-EF16CE80279F}" type="parTrans" cxnId="{7E20C769-9B73-4071-A4D8-93B7D5CAE819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58B30D92-507D-4411-919C-5C8BD50770D9}" type="sibTrans" cxnId="{7E20C769-9B73-4071-A4D8-93B7D5CAE819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695103DF-AA85-48CF-882E-4FCA41F9B3EA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MS SQL Server</a:t>
          </a:r>
        </a:p>
      </dgm:t>
    </dgm:pt>
    <dgm:pt modelId="{708C1280-F7C6-4DE1-9AA9-7F6A00803B6D}" type="parTrans" cxnId="{1D7223E3-A04C-40E5-B386-EEF02783C429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20028A65-96BE-46AC-846E-EC1BADA26C3B}" type="sibTrans" cxnId="{1D7223E3-A04C-40E5-B386-EEF02783C429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184375D1-3661-45C9-BAA8-F781A677BA26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Spring Cloud</a:t>
          </a:r>
        </a:p>
      </dgm:t>
    </dgm:pt>
    <dgm:pt modelId="{CAD9451E-5E4E-411F-ACB7-C1CA2B607187}" type="parTrans" cxnId="{FB71C569-F0A4-4B3F-8106-68C6641BA592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2857EAD1-6389-4B8B-9CAF-23AC551DFB09}" type="sibTrans" cxnId="{FB71C569-F0A4-4B3F-8106-68C6641BA592}">
      <dgm:prSet/>
      <dgm:spPr/>
      <dgm:t>
        <a:bodyPr/>
        <a:lstStyle/>
        <a:p>
          <a:endParaRPr lang="en-US" sz="1500">
            <a:latin typeface="Franklin Gothic Book (Body)"/>
            <a:cs typeface="Times New Roman" panose="02020603050405020304" pitchFamily="18" charset="0"/>
          </a:endParaRPr>
        </a:p>
      </dgm:t>
    </dgm:pt>
    <dgm:pt modelId="{3DBA0735-0879-4D15-9FF8-F4E717D5E196}">
      <dgm:prSet custT="1"/>
      <dgm:spPr/>
      <dgm:t>
        <a:bodyPr/>
        <a:lstStyle/>
        <a:p>
          <a:r>
            <a:rPr lang="en-US" sz="1500" b="1" dirty="0">
              <a:latin typeface="Franklin Gothic Book (Body)"/>
              <a:cs typeface="Times New Roman" panose="02020603050405020304" pitchFamily="18" charset="0"/>
            </a:rPr>
            <a:t>Operating System</a:t>
          </a:r>
        </a:p>
      </dgm:t>
    </dgm:pt>
    <dgm:pt modelId="{FB3F2628-B3D7-4358-98B3-4704E42A750E}" type="parTrans" cxnId="{574D83B2-65AD-42BC-9BDD-BC791AC4B753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1F20E3D8-B62E-4A56-8710-15399E8F9F4D}" type="sibTrans" cxnId="{574D83B2-65AD-42BC-9BDD-BC791AC4B753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1250F1E8-F329-477D-82DE-9CD1814E31BC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Windows Server</a:t>
          </a:r>
        </a:p>
      </dgm:t>
    </dgm:pt>
    <dgm:pt modelId="{69DA75FC-0ECE-43E9-BAD3-3378C2D5FA39}" type="parTrans" cxnId="{B91C8B12-4D51-44AD-95CC-FC005D907627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1EB463BF-46CF-4123-8AA9-63B162F6569A}" type="sibTrans" cxnId="{B91C8B12-4D51-44AD-95CC-FC005D907627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F2268C06-7BC2-4950-8432-7D03FAB3EE06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Web Server</a:t>
          </a:r>
        </a:p>
      </dgm:t>
    </dgm:pt>
    <dgm:pt modelId="{134E24FC-884A-45EB-906A-5557C835A9F7}" type="parTrans" cxnId="{EDCE6FDB-4437-409F-8E7E-9B26D8FE0C5B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050C3C80-723D-4C56-AED8-22ABBA82051E}" type="sibTrans" cxnId="{EDCE6FDB-4437-409F-8E7E-9B26D8FE0C5B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14FF4493-B8C9-41DB-92DC-CD0876944BB2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Apache</a:t>
          </a:r>
        </a:p>
      </dgm:t>
    </dgm:pt>
    <dgm:pt modelId="{048C5C53-4A92-44A4-AF32-D840C5E876B9}" type="parTrans" cxnId="{065A2535-2B20-4FE6-A520-6BD6684A993E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4A9268F7-75E2-447D-BDD3-F019D603867B}" type="sibTrans" cxnId="{065A2535-2B20-4FE6-A520-6BD6684A993E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AB13E153-7898-4414-BC26-51CD39A4AEB0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IIS</a:t>
          </a:r>
        </a:p>
      </dgm:t>
    </dgm:pt>
    <dgm:pt modelId="{0937B4D0-5181-470D-B9F8-9343F1DF5387}" type="parTrans" cxnId="{84AA7330-C033-44C8-BC6F-AE0A7A56DF13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0C3BA2A3-F954-42D2-B4BF-010E2C1B3DC7}" type="sibTrans" cxnId="{84AA7330-C033-44C8-BC6F-AE0A7A56DF13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4DC3980F-1F27-4ED9-9226-E1B2979DA052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Bootstrap 5</a:t>
          </a:r>
        </a:p>
      </dgm:t>
    </dgm:pt>
    <dgm:pt modelId="{2072A29E-89BA-4D0A-874B-597F8031B512}" type="parTrans" cxnId="{E67811D0-2549-47B0-BC88-CD3DD20042D5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41F6BD57-42ED-4660-985A-B0A66A045EC7}" type="sibTrans" cxnId="{E67811D0-2549-47B0-BC88-CD3DD20042D5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43BED872-685F-4155-A012-94B69B3A0A62}">
      <dgm:prSet custT="1"/>
      <dgm:spPr/>
      <dgm:t>
        <a:bodyPr/>
        <a:lstStyle/>
        <a:p>
          <a:r>
            <a:rPr lang="en-US" sz="1500" b="0" dirty="0">
              <a:latin typeface="Franklin Gothic Book (Body)"/>
              <a:cs typeface="Times New Roman" panose="02020603050405020304" pitchFamily="18" charset="0"/>
            </a:rPr>
            <a:t>SAP Crystal Report</a:t>
          </a:r>
        </a:p>
      </dgm:t>
    </dgm:pt>
    <dgm:pt modelId="{B4DD529B-3617-4A1F-9452-788A87A0DD46}" type="parTrans" cxnId="{39D4EBB1-D3F6-4A7B-9A2D-91FCFF8700AE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5E4644FB-723E-43E7-9004-3A8E32DE4E58}" type="sibTrans" cxnId="{39D4EBB1-D3F6-4A7B-9A2D-91FCFF8700AE}">
      <dgm:prSet/>
      <dgm:spPr/>
      <dgm:t>
        <a:bodyPr/>
        <a:lstStyle/>
        <a:p>
          <a:endParaRPr lang="en-US" sz="1500">
            <a:latin typeface="Franklin Gothic Book (Body)"/>
          </a:endParaRPr>
        </a:p>
      </dgm:t>
    </dgm:pt>
    <dgm:pt modelId="{B75EB756-B486-4ED1-94A3-2D2CE6C063CE}" type="pres">
      <dgm:prSet presAssocID="{ECBB0E74-F95D-48B3-8873-AA60AD826BDA}" presName="diagram" presStyleCnt="0">
        <dgm:presLayoutVars>
          <dgm:dir/>
          <dgm:animLvl val="lvl"/>
          <dgm:resizeHandles val="exact"/>
        </dgm:presLayoutVars>
      </dgm:prSet>
      <dgm:spPr/>
    </dgm:pt>
    <dgm:pt modelId="{B5B8D4D2-C9F5-4B8F-BD4A-CC2EC400ED97}" type="pres">
      <dgm:prSet presAssocID="{48B67D2B-5FE9-4104-9C29-77C968C0ECF3}" presName="compNode" presStyleCnt="0"/>
      <dgm:spPr/>
    </dgm:pt>
    <dgm:pt modelId="{1743ADE9-B3FE-4FD5-B6CB-E791C6D29F72}" type="pres">
      <dgm:prSet presAssocID="{48B67D2B-5FE9-4104-9C29-77C968C0ECF3}" presName="childRect" presStyleLbl="bgAcc1" presStyleIdx="0" presStyleCnt="5">
        <dgm:presLayoutVars>
          <dgm:bulletEnabled val="1"/>
        </dgm:presLayoutVars>
      </dgm:prSet>
      <dgm:spPr/>
    </dgm:pt>
    <dgm:pt modelId="{733A3E17-557B-4861-B930-AA284B0905AC}" type="pres">
      <dgm:prSet presAssocID="{48B67D2B-5FE9-4104-9C29-77C968C0ECF3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050C281A-8EF6-42DF-A364-2E5D1E3B5131}" type="pres">
      <dgm:prSet presAssocID="{48B67D2B-5FE9-4104-9C29-77C968C0ECF3}" presName="parentRect" presStyleLbl="alignNode1" presStyleIdx="0" presStyleCnt="5"/>
      <dgm:spPr/>
    </dgm:pt>
    <dgm:pt modelId="{84BED786-C41F-4444-BBD5-5E8C5F9BAD96}" type="pres">
      <dgm:prSet presAssocID="{48B67D2B-5FE9-4104-9C29-77C968C0ECF3}" presName="adorn" presStyleLbl="fgAccFollowNod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</dgm:pt>
    <dgm:pt modelId="{0C3C1518-BB20-41BE-8FE3-00642003B5AD}" type="pres">
      <dgm:prSet presAssocID="{BE65C640-0F77-4EED-9DE4-8AFAA98B8AEE}" presName="sibTrans" presStyleLbl="sibTrans2D1" presStyleIdx="0" presStyleCnt="0"/>
      <dgm:spPr/>
    </dgm:pt>
    <dgm:pt modelId="{9F04496A-BCB7-478E-8942-EC4F3522D7BA}" type="pres">
      <dgm:prSet presAssocID="{0B08CE1C-88A4-4218-8FDA-175A256E1732}" presName="compNode" presStyleCnt="0"/>
      <dgm:spPr/>
    </dgm:pt>
    <dgm:pt modelId="{FF13E4CA-E475-4BC3-8A4A-2559925A8377}" type="pres">
      <dgm:prSet presAssocID="{0B08CE1C-88A4-4218-8FDA-175A256E1732}" presName="childRect" presStyleLbl="bgAcc1" presStyleIdx="1" presStyleCnt="5">
        <dgm:presLayoutVars>
          <dgm:bulletEnabled val="1"/>
        </dgm:presLayoutVars>
      </dgm:prSet>
      <dgm:spPr/>
    </dgm:pt>
    <dgm:pt modelId="{D7E2D6C5-4943-4D5A-97EA-F170112D6DEE}" type="pres">
      <dgm:prSet presAssocID="{0B08CE1C-88A4-4218-8FDA-175A256E1732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1070C18-F121-45AA-8B3F-C45732576BD3}" type="pres">
      <dgm:prSet presAssocID="{0B08CE1C-88A4-4218-8FDA-175A256E1732}" presName="parentRect" presStyleLbl="alignNode1" presStyleIdx="1" presStyleCnt="5"/>
      <dgm:spPr/>
    </dgm:pt>
    <dgm:pt modelId="{9983158B-4FA4-408D-80FF-DC34D7A0C966}" type="pres">
      <dgm:prSet presAssocID="{0B08CE1C-88A4-4218-8FDA-175A256E1732}" presName="adorn" presStyleLbl="fgAccFollowNode1" presStyleIdx="1" presStyleCnt="5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CE8BC3F-1592-4CB4-A36E-366E9A23E911}" type="pres">
      <dgm:prSet presAssocID="{39D59B99-90F1-4FDE-9E9D-774048828DD6}" presName="sibTrans" presStyleLbl="sibTrans2D1" presStyleIdx="0" presStyleCnt="0"/>
      <dgm:spPr/>
    </dgm:pt>
    <dgm:pt modelId="{2E462B3C-D0C4-476B-B8D4-E0B816DC4A29}" type="pres">
      <dgm:prSet presAssocID="{BC5ADFC4-46DF-4E66-B1DA-B34E9D17E8E7}" presName="compNode" presStyleCnt="0"/>
      <dgm:spPr/>
    </dgm:pt>
    <dgm:pt modelId="{928C1CC8-0ACB-4B25-890C-4EE7849414F6}" type="pres">
      <dgm:prSet presAssocID="{BC5ADFC4-46DF-4E66-B1DA-B34E9D17E8E7}" presName="childRect" presStyleLbl="bgAcc1" presStyleIdx="2" presStyleCnt="5">
        <dgm:presLayoutVars>
          <dgm:bulletEnabled val="1"/>
        </dgm:presLayoutVars>
      </dgm:prSet>
      <dgm:spPr/>
    </dgm:pt>
    <dgm:pt modelId="{53D35506-1291-46F5-9084-60B8B2CAB090}" type="pres">
      <dgm:prSet presAssocID="{BC5ADFC4-46DF-4E66-B1DA-B34E9D17E8E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64BBFC14-4875-48D0-AE91-38E8993C9209}" type="pres">
      <dgm:prSet presAssocID="{BC5ADFC4-46DF-4E66-B1DA-B34E9D17E8E7}" presName="parentRect" presStyleLbl="alignNode1" presStyleIdx="2" presStyleCnt="5"/>
      <dgm:spPr/>
    </dgm:pt>
    <dgm:pt modelId="{08962E7C-73D3-4FBE-B439-C098E615957A}" type="pres">
      <dgm:prSet presAssocID="{BC5ADFC4-46DF-4E66-B1DA-B34E9D17E8E7}" presName="adorn" presStyleLbl="fgAccFollowNode1" presStyleIdx="2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721F5539-A041-46F1-9D35-B54FFC9B82CE}" type="pres">
      <dgm:prSet presAssocID="{3B510AEE-FBAC-4FF8-9728-21787C107061}" presName="sibTrans" presStyleLbl="sibTrans2D1" presStyleIdx="0" presStyleCnt="0"/>
      <dgm:spPr/>
    </dgm:pt>
    <dgm:pt modelId="{4B0CA415-9F63-41DB-AFF8-88C28478FE87}" type="pres">
      <dgm:prSet presAssocID="{3DBA0735-0879-4D15-9FF8-F4E717D5E196}" presName="compNode" presStyleCnt="0"/>
      <dgm:spPr/>
    </dgm:pt>
    <dgm:pt modelId="{8EF025D3-8CE5-4151-A3A8-8548B4CA508B}" type="pres">
      <dgm:prSet presAssocID="{3DBA0735-0879-4D15-9FF8-F4E717D5E196}" presName="childRect" presStyleLbl="bgAcc1" presStyleIdx="3" presStyleCnt="5">
        <dgm:presLayoutVars>
          <dgm:bulletEnabled val="1"/>
        </dgm:presLayoutVars>
      </dgm:prSet>
      <dgm:spPr/>
    </dgm:pt>
    <dgm:pt modelId="{1B109963-4676-4268-BDEE-1064B6C69F24}" type="pres">
      <dgm:prSet presAssocID="{3DBA0735-0879-4D15-9FF8-F4E717D5E19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B363FF7F-7CFF-476F-99B4-4563835F22F2}" type="pres">
      <dgm:prSet presAssocID="{3DBA0735-0879-4D15-9FF8-F4E717D5E196}" presName="parentRect" presStyleLbl="alignNode1" presStyleIdx="3" presStyleCnt="5"/>
      <dgm:spPr/>
    </dgm:pt>
    <dgm:pt modelId="{1F423079-3243-4E02-8DFC-C9B6536D55CF}" type="pres">
      <dgm:prSet presAssocID="{3DBA0735-0879-4D15-9FF8-F4E717D5E196}" presName="adorn" presStyleLbl="fgAccFollowNod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B443A516-B56E-4584-933F-E86A1FBADF2E}" type="pres">
      <dgm:prSet presAssocID="{1F20E3D8-B62E-4A56-8710-15399E8F9F4D}" presName="sibTrans" presStyleLbl="sibTrans2D1" presStyleIdx="0" presStyleCnt="0"/>
      <dgm:spPr/>
    </dgm:pt>
    <dgm:pt modelId="{8317D9E9-C915-45B5-B54A-F885EC8411EF}" type="pres">
      <dgm:prSet presAssocID="{F2268C06-7BC2-4950-8432-7D03FAB3EE06}" presName="compNode" presStyleCnt="0"/>
      <dgm:spPr/>
    </dgm:pt>
    <dgm:pt modelId="{A7C8FC32-F336-4F97-B946-4AD88792BA8B}" type="pres">
      <dgm:prSet presAssocID="{F2268C06-7BC2-4950-8432-7D03FAB3EE06}" presName="childRect" presStyleLbl="bgAcc1" presStyleIdx="4" presStyleCnt="5">
        <dgm:presLayoutVars>
          <dgm:bulletEnabled val="1"/>
        </dgm:presLayoutVars>
      </dgm:prSet>
      <dgm:spPr/>
    </dgm:pt>
    <dgm:pt modelId="{437A068B-25A2-4C71-AE14-471B8F0E19EB}" type="pres">
      <dgm:prSet presAssocID="{F2268C06-7BC2-4950-8432-7D03FAB3EE06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B77F859-CE56-4E40-B39A-C485490B3123}" type="pres">
      <dgm:prSet presAssocID="{F2268C06-7BC2-4950-8432-7D03FAB3EE06}" presName="parentRect" presStyleLbl="alignNode1" presStyleIdx="4" presStyleCnt="5"/>
      <dgm:spPr/>
    </dgm:pt>
    <dgm:pt modelId="{871F18F8-E27F-4704-B77F-B77A4E494B03}" type="pres">
      <dgm:prSet presAssocID="{F2268C06-7BC2-4950-8432-7D03FAB3EE06}" presName="adorn" presStyleLbl="fgAccFollowNode1" presStyleIdx="4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</dgm:spPr>
    </dgm:pt>
  </dgm:ptLst>
  <dgm:cxnLst>
    <dgm:cxn modelId="{62193F00-24AC-4D6F-A013-3260B0FCA5F3}" type="presOf" srcId="{F2268C06-7BC2-4950-8432-7D03FAB3EE06}" destId="{437A068B-25A2-4C71-AE14-471B8F0E19EB}" srcOrd="0" destOrd="0" presId="urn:microsoft.com/office/officeart/2005/8/layout/bList2"/>
    <dgm:cxn modelId="{714B6B08-39B1-43DD-9F74-BC55E2EFFB3B}" srcId="{ECBB0E74-F95D-48B3-8873-AA60AD826BDA}" destId="{0B08CE1C-88A4-4218-8FDA-175A256E1732}" srcOrd="1" destOrd="0" parTransId="{CC4E3E4D-4317-4ACF-A391-4672F3249366}" sibTransId="{39D59B99-90F1-4FDE-9E9D-774048828DD6}"/>
    <dgm:cxn modelId="{2F43450B-6393-4890-8F73-F949639B2635}" type="presOf" srcId="{AB13E153-7898-4414-BC26-51CD39A4AEB0}" destId="{A7C8FC32-F336-4F97-B946-4AD88792BA8B}" srcOrd="0" destOrd="1" presId="urn:microsoft.com/office/officeart/2005/8/layout/bList2"/>
    <dgm:cxn modelId="{B91C8B12-4D51-44AD-95CC-FC005D907627}" srcId="{3DBA0735-0879-4D15-9FF8-F4E717D5E196}" destId="{1250F1E8-F329-477D-82DE-9CD1814E31BC}" srcOrd="0" destOrd="0" parTransId="{69DA75FC-0ECE-43E9-BAD3-3378C2D5FA39}" sibTransId="{1EB463BF-46CF-4123-8AA9-63B162F6569A}"/>
    <dgm:cxn modelId="{81A7291B-685D-4D95-9506-494B3FE204E0}" type="presOf" srcId="{0B08CE1C-88A4-4218-8FDA-175A256E1732}" destId="{B1070C18-F121-45AA-8B3F-C45732576BD3}" srcOrd="1" destOrd="0" presId="urn:microsoft.com/office/officeart/2005/8/layout/bList2"/>
    <dgm:cxn modelId="{4062F221-4173-43D8-9E95-3AF0190F8D5D}" type="presOf" srcId="{1250F1E8-F329-477D-82DE-9CD1814E31BC}" destId="{8EF025D3-8CE5-4151-A3A8-8548B4CA508B}" srcOrd="0" destOrd="0" presId="urn:microsoft.com/office/officeart/2005/8/layout/bList2"/>
    <dgm:cxn modelId="{085B7F22-CEA4-4514-AB8B-9CA931F66178}" srcId="{ECBB0E74-F95D-48B3-8873-AA60AD826BDA}" destId="{BC5ADFC4-46DF-4E66-B1DA-B34E9D17E8E7}" srcOrd="2" destOrd="0" parTransId="{F8AE6A98-228A-486F-89CA-E151339437F1}" sibTransId="{3B510AEE-FBAC-4FF8-9728-21787C107061}"/>
    <dgm:cxn modelId="{0424A728-387B-4B36-92AD-234356A49BE7}" type="presOf" srcId="{1F20E3D8-B62E-4A56-8710-15399E8F9F4D}" destId="{B443A516-B56E-4584-933F-E86A1FBADF2E}" srcOrd="0" destOrd="0" presId="urn:microsoft.com/office/officeart/2005/8/layout/bList2"/>
    <dgm:cxn modelId="{8209CB28-805A-4C0E-8EB8-BBFFC2321B92}" type="presOf" srcId="{184375D1-3661-45C9-BAA8-F781A677BA26}" destId="{FF13E4CA-E475-4BC3-8A4A-2559925A8377}" srcOrd="0" destOrd="1" presId="urn:microsoft.com/office/officeart/2005/8/layout/bList2"/>
    <dgm:cxn modelId="{84AA7330-C033-44C8-BC6F-AE0A7A56DF13}" srcId="{F2268C06-7BC2-4950-8432-7D03FAB3EE06}" destId="{AB13E153-7898-4414-BC26-51CD39A4AEB0}" srcOrd="1" destOrd="0" parTransId="{0937B4D0-5181-470D-B9F8-9343F1DF5387}" sibTransId="{0C3BA2A3-F954-42D2-B4BF-010E2C1B3DC7}"/>
    <dgm:cxn modelId="{065A2535-2B20-4FE6-A520-6BD6684A993E}" srcId="{F2268C06-7BC2-4950-8432-7D03FAB3EE06}" destId="{14FF4493-B8C9-41DB-92DC-CD0876944BB2}" srcOrd="0" destOrd="0" parTransId="{048C5C53-4A92-44A4-AF32-D840C5E876B9}" sibTransId="{4A9268F7-75E2-447D-BDD3-F019D603867B}"/>
    <dgm:cxn modelId="{A0260641-BFCE-4A79-A760-D8400B2E9A5A}" type="presOf" srcId="{4DC3980F-1F27-4ED9-9226-E1B2979DA052}" destId="{FF13E4CA-E475-4BC3-8A4A-2559925A8377}" srcOrd="0" destOrd="2" presId="urn:microsoft.com/office/officeart/2005/8/layout/bList2"/>
    <dgm:cxn modelId="{8AF99F42-4749-4754-9120-44260A7F2C76}" type="presOf" srcId="{0B08CE1C-88A4-4218-8FDA-175A256E1732}" destId="{D7E2D6C5-4943-4D5A-97EA-F170112D6DEE}" srcOrd="0" destOrd="0" presId="urn:microsoft.com/office/officeart/2005/8/layout/bList2"/>
    <dgm:cxn modelId="{3BE57B49-43F7-40D9-B038-16164CC119AD}" type="presOf" srcId="{E3597249-6A7F-45EE-B3E7-43480A6A556F}" destId="{FF13E4CA-E475-4BC3-8A4A-2559925A8377}" srcOrd="0" destOrd="0" presId="urn:microsoft.com/office/officeart/2005/8/layout/bList2"/>
    <dgm:cxn modelId="{1323A669-437D-4FA4-9789-327A175F7EE5}" type="presOf" srcId="{3DBA0735-0879-4D15-9FF8-F4E717D5E196}" destId="{1B109963-4676-4268-BDEE-1064B6C69F24}" srcOrd="0" destOrd="0" presId="urn:microsoft.com/office/officeart/2005/8/layout/bList2"/>
    <dgm:cxn modelId="{FB71C569-F0A4-4B3F-8106-68C6641BA592}" srcId="{0B08CE1C-88A4-4218-8FDA-175A256E1732}" destId="{184375D1-3661-45C9-BAA8-F781A677BA26}" srcOrd="1" destOrd="0" parTransId="{CAD9451E-5E4E-411F-ACB7-C1CA2B607187}" sibTransId="{2857EAD1-6389-4B8B-9CAF-23AC551DFB09}"/>
    <dgm:cxn modelId="{7E20C769-9B73-4071-A4D8-93B7D5CAE819}" srcId="{0B08CE1C-88A4-4218-8FDA-175A256E1732}" destId="{E3597249-6A7F-45EE-B3E7-43480A6A556F}" srcOrd="0" destOrd="0" parTransId="{FC9CED99-97E5-4D8E-B88A-EF16CE80279F}" sibTransId="{58B30D92-507D-4411-919C-5C8BD50770D9}"/>
    <dgm:cxn modelId="{F53DB672-0F7F-4EBC-9E07-401A7071ADB5}" type="presOf" srcId="{ECBB0E74-F95D-48B3-8873-AA60AD826BDA}" destId="{B75EB756-B486-4ED1-94A3-2D2CE6C063CE}" srcOrd="0" destOrd="0" presId="urn:microsoft.com/office/officeart/2005/8/layout/bList2"/>
    <dgm:cxn modelId="{20358456-D000-454F-A0C5-F798E91192F5}" type="presOf" srcId="{39D59B99-90F1-4FDE-9E9D-774048828DD6}" destId="{0CE8BC3F-1592-4CB4-A36E-366E9A23E911}" srcOrd="0" destOrd="0" presId="urn:microsoft.com/office/officeart/2005/8/layout/bList2"/>
    <dgm:cxn modelId="{245EB379-A54C-4C5F-AFFD-CB294530DB8B}" srcId="{ECBB0E74-F95D-48B3-8873-AA60AD826BDA}" destId="{48B67D2B-5FE9-4104-9C29-77C968C0ECF3}" srcOrd="0" destOrd="0" parTransId="{6DE0E901-00EF-4DD5-B105-B4C6E7B913D8}" sibTransId="{BE65C640-0F77-4EED-9DE4-8AFAA98B8AEE}"/>
    <dgm:cxn modelId="{936A107D-8967-412F-9DA9-BCD70A09EDE3}" srcId="{48B67D2B-5FE9-4104-9C29-77C968C0ECF3}" destId="{13466AC6-0CD4-4F47-9911-081354636CA9}" srcOrd="0" destOrd="0" parTransId="{0B5FE49B-084D-4257-8A4F-C7C213856CBE}" sibTransId="{95AB6212-D540-4B14-BA7C-0FE4D426D6C1}"/>
    <dgm:cxn modelId="{43753680-7ECD-4253-AD68-E5135430BA43}" type="presOf" srcId="{BC5ADFC4-46DF-4E66-B1DA-B34E9D17E8E7}" destId="{64BBFC14-4875-48D0-AE91-38E8993C9209}" srcOrd="1" destOrd="0" presId="urn:microsoft.com/office/officeart/2005/8/layout/bList2"/>
    <dgm:cxn modelId="{58F4159B-4804-482C-944B-194F51742BBD}" type="presOf" srcId="{48B67D2B-5FE9-4104-9C29-77C968C0ECF3}" destId="{050C281A-8EF6-42DF-A364-2E5D1E3B5131}" srcOrd="1" destOrd="0" presId="urn:microsoft.com/office/officeart/2005/8/layout/bList2"/>
    <dgm:cxn modelId="{39D4EBB1-D3F6-4A7B-9A2D-91FCFF8700AE}" srcId="{BC5ADFC4-46DF-4E66-B1DA-B34E9D17E8E7}" destId="{43BED872-685F-4155-A012-94B69B3A0A62}" srcOrd="1" destOrd="0" parTransId="{B4DD529B-3617-4A1F-9452-788A87A0DD46}" sibTransId="{5E4644FB-723E-43E7-9004-3A8E32DE4E58}"/>
    <dgm:cxn modelId="{574D83B2-65AD-42BC-9BDD-BC791AC4B753}" srcId="{ECBB0E74-F95D-48B3-8873-AA60AD826BDA}" destId="{3DBA0735-0879-4D15-9FF8-F4E717D5E196}" srcOrd="3" destOrd="0" parTransId="{FB3F2628-B3D7-4358-98B3-4704E42A750E}" sibTransId="{1F20E3D8-B62E-4A56-8710-15399E8F9F4D}"/>
    <dgm:cxn modelId="{692E86B3-0276-4C7B-8B53-D2E9BD494915}" type="presOf" srcId="{3B510AEE-FBAC-4FF8-9728-21787C107061}" destId="{721F5539-A041-46F1-9D35-B54FFC9B82CE}" srcOrd="0" destOrd="0" presId="urn:microsoft.com/office/officeart/2005/8/layout/bList2"/>
    <dgm:cxn modelId="{862AEEB7-ECC6-489B-B031-956E86586ACD}" type="presOf" srcId="{48B67D2B-5FE9-4104-9C29-77C968C0ECF3}" destId="{733A3E17-557B-4861-B930-AA284B0905AC}" srcOrd="0" destOrd="0" presId="urn:microsoft.com/office/officeart/2005/8/layout/bList2"/>
    <dgm:cxn modelId="{5AC939C5-3488-48FF-B578-B33CECE1AD61}" type="presOf" srcId="{43BED872-685F-4155-A012-94B69B3A0A62}" destId="{928C1CC8-0ACB-4B25-890C-4EE7849414F6}" srcOrd="0" destOrd="1" presId="urn:microsoft.com/office/officeart/2005/8/layout/bList2"/>
    <dgm:cxn modelId="{C7FD6DC8-EAB8-42EF-9A4D-3E7CE0AFD410}" type="presOf" srcId="{13466AC6-0CD4-4F47-9911-081354636CA9}" destId="{1743ADE9-B3FE-4FD5-B6CB-E791C6D29F72}" srcOrd="0" destOrd="0" presId="urn:microsoft.com/office/officeart/2005/8/layout/bList2"/>
    <dgm:cxn modelId="{C64CB6C8-2B61-446B-A60F-12A7A26A6259}" type="presOf" srcId="{14FF4493-B8C9-41DB-92DC-CD0876944BB2}" destId="{A7C8FC32-F336-4F97-B946-4AD88792BA8B}" srcOrd="0" destOrd="0" presId="urn:microsoft.com/office/officeart/2005/8/layout/bList2"/>
    <dgm:cxn modelId="{E67811D0-2549-47B0-BC88-CD3DD20042D5}" srcId="{0B08CE1C-88A4-4218-8FDA-175A256E1732}" destId="{4DC3980F-1F27-4ED9-9226-E1B2979DA052}" srcOrd="2" destOrd="0" parTransId="{2072A29E-89BA-4D0A-874B-597F8031B512}" sibTransId="{41F6BD57-42ED-4660-985A-B0A66A045EC7}"/>
    <dgm:cxn modelId="{28C3CFD0-D4B5-49FE-BA0A-5BB421F1329B}" type="presOf" srcId="{3DBA0735-0879-4D15-9FF8-F4E717D5E196}" destId="{B363FF7F-7CFF-476F-99B4-4563835F22F2}" srcOrd="1" destOrd="0" presId="urn:microsoft.com/office/officeart/2005/8/layout/bList2"/>
    <dgm:cxn modelId="{80EAFAD3-4257-4ECC-9E81-37A2678EB682}" type="presOf" srcId="{F2268C06-7BC2-4950-8432-7D03FAB3EE06}" destId="{CB77F859-CE56-4E40-B39A-C485490B3123}" srcOrd="1" destOrd="0" presId="urn:microsoft.com/office/officeart/2005/8/layout/bList2"/>
    <dgm:cxn modelId="{512708D4-A2C4-4793-95E1-D48855E18789}" type="presOf" srcId="{BE65C640-0F77-4EED-9DE4-8AFAA98B8AEE}" destId="{0C3C1518-BB20-41BE-8FE3-00642003B5AD}" srcOrd="0" destOrd="0" presId="urn:microsoft.com/office/officeart/2005/8/layout/bList2"/>
    <dgm:cxn modelId="{EDCE6FDB-4437-409F-8E7E-9B26D8FE0C5B}" srcId="{ECBB0E74-F95D-48B3-8873-AA60AD826BDA}" destId="{F2268C06-7BC2-4950-8432-7D03FAB3EE06}" srcOrd="4" destOrd="0" parTransId="{134E24FC-884A-45EB-906A-5557C835A9F7}" sibTransId="{050C3C80-723D-4C56-AED8-22ABBA82051E}"/>
    <dgm:cxn modelId="{1D7223E3-A04C-40E5-B386-EEF02783C429}" srcId="{BC5ADFC4-46DF-4E66-B1DA-B34E9D17E8E7}" destId="{695103DF-AA85-48CF-882E-4FCA41F9B3EA}" srcOrd="0" destOrd="0" parTransId="{708C1280-F7C6-4DE1-9AA9-7F6A00803B6D}" sibTransId="{20028A65-96BE-46AC-846E-EC1BADA26C3B}"/>
    <dgm:cxn modelId="{768098FD-5884-42DA-AE59-C55BBB683A5A}" type="presOf" srcId="{695103DF-AA85-48CF-882E-4FCA41F9B3EA}" destId="{928C1CC8-0ACB-4B25-890C-4EE7849414F6}" srcOrd="0" destOrd="0" presId="urn:microsoft.com/office/officeart/2005/8/layout/bList2"/>
    <dgm:cxn modelId="{1161B7FD-59D9-4C0E-B9E0-B2C895E19A01}" type="presOf" srcId="{BC5ADFC4-46DF-4E66-B1DA-B34E9D17E8E7}" destId="{53D35506-1291-46F5-9084-60B8B2CAB090}" srcOrd="0" destOrd="0" presId="urn:microsoft.com/office/officeart/2005/8/layout/bList2"/>
    <dgm:cxn modelId="{F66A24F0-9204-4289-A516-C910ADA6A90D}" type="presParOf" srcId="{B75EB756-B486-4ED1-94A3-2D2CE6C063CE}" destId="{B5B8D4D2-C9F5-4B8F-BD4A-CC2EC400ED97}" srcOrd="0" destOrd="0" presId="urn:microsoft.com/office/officeart/2005/8/layout/bList2"/>
    <dgm:cxn modelId="{D4A5556C-BA6B-44A6-858D-3E8B37A16AEC}" type="presParOf" srcId="{B5B8D4D2-C9F5-4B8F-BD4A-CC2EC400ED97}" destId="{1743ADE9-B3FE-4FD5-B6CB-E791C6D29F72}" srcOrd="0" destOrd="0" presId="urn:microsoft.com/office/officeart/2005/8/layout/bList2"/>
    <dgm:cxn modelId="{09144343-C2D8-48F0-B517-1E8F65B576E8}" type="presParOf" srcId="{B5B8D4D2-C9F5-4B8F-BD4A-CC2EC400ED97}" destId="{733A3E17-557B-4861-B930-AA284B0905AC}" srcOrd="1" destOrd="0" presId="urn:microsoft.com/office/officeart/2005/8/layout/bList2"/>
    <dgm:cxn modelId="{2FF8B5F1-D10B-442B-80D4-7281600E6C1A}" type="presParOf" srcId="{B5B8D4D2-C9F5-4B8F-BD4A-CC2EC400ED97}" destId="{050C281A-8EF6-42DF-A364-2E5D1E3B5131}" srcOrd="2" destOrd="0" presId="urn:microsoft.com/office/officeart/2005/8/layout/bList2"/>
    <dgm:cxn modelId="{6F62A2FF-902C-4F08-B1D2-D720422D7FA2}" type="presParOf" srcId="{B5B8D4D2-C9F5-4B8F-BD4A-CC2EC400ED97}" destId="{84BED786-C41F-4444-BBD5-5E8C5F9BAD96}" srcOrd="3" destOrd="0" presId="urn:microsoft.com/office/officeart/2005/8/layout/bList2"/>
    <dgm:cxn modelId="{5F1EEC80-A2F8-4A03-84D8-5766EFE4CFD3}" type="presParOf" srcId="{B75EB756-B486-4ED1-94A3-2D2CE6C063CE}" destId="{0C3C1518-BB20-41BE-8FE3-00642003B5AD}" srcOrd="1" destOrd="0" presId="urn:microsoft.com/office/officeart/2005/8/layout/bList2"/>
    <dgm:cxn modelId="{BB6A2E83-4FBA-4747-BF9B-73FADD0B9227}" type="presParOf" srcId="{B75EB756-B486-4ED1-94A3-2D2CE6C063CE}" destId="{9F04496A-BCB7-478E-8942-EC4F3522D7BA}" srcOrd="2" destOrd="0" presId="urn:microsoft.com/office/officeart/2005/8/layout/bList2"/>
    <dgm:cxn modelId="{1566E0FC-66EB-475D-B6A0-6140033B0B0D}" type="presParOf" srcId="{9F04496A-BCB7-478E-8942-EC4F3522D7BA}" destId="{FF13E4CA-E475-4BC3-8A4A-2559925A8377}" srcOrd="0" destOrd="0" presId="urn:microsoft.com/office/officeart/2005/8/layout/bList2"/>
    <dgm:cxn modelId="{05BDFA18-F262-48C1-9C56-8FF2764EB278}" type="presParOf" srcId="{9F04496A-BCB7-478E-8942-EC4F3522D7BA}" destId="{D7E2D6C5-4943-4D5A-97EA-F170112D6DEE}" srcOrd="1" destOrd="0" presId="urn:microsoft.com/office/officeart/2005/8/layout/bList2"/>
    <dgm:cxn modelId="{4609710C-2E79-4689-8322-174611A1CA12}" type="presParOf" srcId="{9F04496A-BCB7-478E-8942-EC4F3522D7BA}" destId="{B1070C18-F121-45AA-8B3F-C45732576BD3}" srcOrd="2" destOrd="0" presId="urn:microsoft.com/office/officeart/2005/8/layout/bList2"/>
    <dgm:cxn modelId="{8155AF3D-57DA-419A-B3F8-6C1F10F60642}" type="presParOf" srcId="{9F04496A-BCB7-478E-8942-EC4F3522D7BA}" destId="{9983158B-4FA4-408D-80FF-DC34D7A0C966}" srcOrd="3" destOrd="0" presId="urn:microsoft.com/office/officeart/2005/8/layout/bList2"/>
    <dgm:cxn modelId="{61E425C4-3BB7-4D71-943A-BC977A8509DF}" type="presParOf" srcId="{B75EB756-B486-4ED1-94A3-2D2CE6C063CE}" destId="{0CE8BC3F-1592-4CB4-A36E-366E9A23E911}" srcOrd="3" destOrd="0" presId="urn:microsoft.com/office/officeart/2005/8/layout/bList2"/>
    <dgm:cxn modelId="{8846C58B-F642-493F-9343-7C703E0D506E}" type="presParOf" srcId="{B75EB756-B486-4ED1-94A3-2D2CE6C063CE}" destId="{2E462B3C-D0C4-476B-B8D4-E0B816DC4A29}" srcOrd="4" destOrd="0" presId="urn:microsoft.com/office/officeart/2005/8/layout/bList2"/>
    <dgm:cxn modelId="{1476AB93-A439-4735-9901-75C5117FEF1F}" type="presParOf" srcId="{2E462B3C-D0C4-476B-B8D4-E0B816DC4A29}" destId="{928C1CC8-0ACB-4B25-890C-4EE7849414F6}" srcOrd="0" destOrd="0" presId="urn:microsoft.com/office/officeart/2005/8/layout/bList2"/>
    <dgm:cxn modelId="{BEC121EF-BECE-45C2-BAA7-6DCDCF74D33D}" type="presParOf" srcId="{2E462B3C-D0C4-476B-B8D4-E0B816DC4A29}" destId="{53D35506-1291-46F5-9084-60B8B2CAB090}" srcOrd="1" destOrd="0" presId="urn:microsoft.com/office/officeart/2005/8/layout/bList2"/>
    <dgm:cxn modelId="{B5F86B34-5CBB-4C01-81E1-D8A5DBB2F12F}" type="presParOf" srcId="{2E462B3C-D0C4-476B-B8D4-E0B816DC4A29}" destId="{64BBFC14-4875-48D0-AE91-38E8993C9209}" srcOrd="2" destOrd="0" presId="urn:microsoft.com/office/officeart/2005/8/layout/bList2"/>
    <dgm:cxn modelId="{AB8CCEA1-A7AF-4440-85BB-811CC79AD3FC}" type="presParOf" srcId="{2E462B3C-D0C4-476B-B8D4-E0B816DC4A29}" destId="{08962E7C-73D3-4FBE-B439-C098E615957A}" srcOrd="3" destOrd="0" presId="urn:microsoft.com/office/officeart/2005/8/layout/bList2"/>
    <dgm:cxn modelId="{1ECB437D-08B6-4203-A7A6-082575C32945}" type="presParOf" srcId="{B75EB756-B486-4ED1-94A3-2D2CE6C063CE}" destId="{721F5539-A041-46F1-9D35-B54FFC9B82CE}" srcOrd="5" destOrd="0" presId="urn:microsoft.com/office/officeart/2005/8/layout/bList2"/>
    <dgm:cxn modelId="{86E2F9A2-2A32-46B6-9AA9-673BB5C9AB06}" type="presParOf" srcId="{B75EB756-B486-4ED1-94A3-2D2CE6C063CE}" destId="{4B0CA415-9F63-41DB-AFF8-88C28478FE87}" srcOrd="6" destOrd="0" presId="urn:microsoft.com/office/officeart/2005/8/layout/bList2"/>
    <dgm:cxn modelId="{57FC480F-299C-45AE-AD6F-23B75B475B02}" type="presParOf" srcId="{4B0CA415-9F63-41DB-AFF8-88C28478FE87}" destId="{8EF025D3-8CE5-4151-A3A8-8548B4CA508B}" srcOrd="0" destOrd="0" presId="urn:microsoft.com/office/officeart/2005/8/layout/bList2"/>
    <dgm:cxn modelId="{FDB2EB10-FD3E-4345-8C6F-E2B2C7FA9762}" type="presParOf" srcId="{4B0CA415-9F63-41DB-AFF8-88C28478FE87}" destId="{1B109963-4676-4268-BDEE-1064B6C69F24}" srcOrd="1" destOrd="0" presId="urn:microsoft.com/office/officeart/2005/8/layout/bList2"/>
    <dgm:cxn modelId="{A81E490B-9458-42EA-B035-F146268A8742}" type="presParOf" srcId="{4B0CA415-9F63-41DB-AFF8-88C28478FE87}" destId="{B363FF7F-7CFF-476F-99B4-4563835F22F2}" srcOrd="2" destOrd="0" presId="urn:microsoft.com/office/officeart/2005/8/layout/bList2"/>
    <dgm:cxn modelId="{A87D9D05-1DBB-4A5D-AF25-7261D41A4F30}" type="presParOf" srcId="{4B0CA415-9F63-41DB-AFF8-88C28478FE87}" destId="{1F423079-3243-4E02-8DFC-C9B6536D55CF}" srcOrd="3" destOrd="0" presId="urn:microsoft.com/office/officeart/2005/8/layout/bList2"/>
    <dgm:cxn modelId="{564C0435-90FE-4760-9C94-609890CBCF81}" type="presParOf" srcId="{B75EB756-B486-4ED1-94A3-2D2CE6C063CE}" destId="{B443A516-B56E-4584-933F-E86A1FBADF2E}" srcOrd="7" destOrd="0" presId="urn:microsoft.com/office/officeart/2005/8/layout/bList2"/>
    <dgm:cxn modelId="{E518A669-FBC2-4BC8-8E90-180C12576740}" type="presParOf" srcId="{B75EB756-B486-4ED1-94A3-2D2CE6C063CE}" destId="{8317D9E9-C915-45B5-B54A-F885EC8411EF}" srcOrd="8" destOrd="0" presId="urn:microsoft.com/office/officeart/2005/8/layout/bList2"/>
    <dgm:cxn modelId="{9170D92E-DBD3-46D6-8298-74C00F98DEA3}" type="presParOf" srcId="{8317D9E9-C915-45B5-B54A-F885EC8411EF}" destId="{A7C8FC32-F336-4F97-B946-4AD88792BA8B}" srcOrd="0" destOrd="0" presId="urn:microsoft.com/office/officeart/2005/8/layout/bList2"/>
    <dgm:cxn modelId="{BB0E48B4-237D-4085-8893-053B16B5C0FE}" type="presParOf" srcId="{8317D9E9-C915-45B5-B54A-F885EC8411EF}" destId="{437A068B-25A2-4C71-AE14-471B8F0E19EB}" srcOrd="1" destOrd="0" presId="urn:microsoft.com/office/officeart/2005/8/layout/bList2"/>
    <dgm:cxn modelId="{58CB2DF9-B802-4B40-AD0A-053DD3BCA47F}" type="presParOf" srcId="{8317D9E9-C915-45B5-B54A-F885EC8411EF}" destId="{CB77F859-CE56-4E40-B39A-C485490B3123}" srcOrd="2" destOrd="0" presId="urn:microsoft.com/office/officeart/2005/8/layout/bList2"/>
    <dgm:cxn modelId="{D54E210E-2D9E-4B84-BC2D-5EDB741C2F71}" type="presParOf" srcId="{8317D9E9-C915-45B5-B54A-F885EC8411EF}" destId="{871F18F8-E27F-4704-B77F-B77A4E494B03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r>
            <a:rPr lang="en-US" sz="1500" dirty="0"/>
            <a:t>Purchase Order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endParaRPr lang="en-US" sz="15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endParaRPr lang="en-US" sz="1500"/>
        </a:p>
      </dgm:t>
    </dgm:pt>
    <dgm:pt modelId="{300D2F53-3294-4A95-9EB7-4EB2F92229D2}">
      <dgm:prSet custT="1"/>
      <dgm:spPr/>
      <dgm:t>
        <a:bodyPr/>
        <a:lstStyle/>
        <a:p>
          <a:r>
            <a:rPr lang="en-US" sz="1500" dirty="0"/>
            <a:t>Order to GRN</a:t>
          </a:r>
        </a:p>
      </dgm:t>
    </dgm:pt>
    <dgm:pt modelId="{920CCC4C-E320-4CEF-B6BE-EF49B2AC48B3}" type="parTrans" cxnId="{5F7A0A1F-4DD1-4981-BBE6-C00CFE06E9AF}">
      <dgm:prSet/>
      <dgm:spPr/>
      <dgm:t>
        <a:bodyPr/>
        <a:lstStyle/>
        <a:p>
          <a:endParaRPr lang="en-US"/>
        </a:p>
      </dgm:t>
    </dgm:pt>
    <dgm:pt modelId="{BA83CB8F-5204-4299-B529-AD9EE78B1F3D}" type="sibTrans" cxnId="{5F7A0A1F-4DD1-4981-BBE6-C00CFE06E9AF}">
      <dgm:prSet/>
      <dgm:spPr/>
      <dgm:t>
        <a:bodyPr/>
        <a:lstStyle/>
        <a:p>
          <a:endParaRPr lang="en-US"/>
        </a:p>
      </dgm:t>
    </dgm:pt>
    <dgm:pt modelId="{1ACCAC46-D66D-4A65-AE3C-883D1F503E31}">
      <dgm:prSet custT="1"/>
      <dgm:spPr/>
      <dgm:t>
        <a:bodyPr/>
        <a:lstStyle/>
        <a:p>
          <a:r>
            <a:rPr lang="en-US" sz="1500" dirty="0"/>
            <a:t>Direct Purchase</a:t>
          </a:r>
        </a:p>
      </dgm:t>
    </dgm:pt>
    <dgm:pt modelId="{FB18DED2-8799-4221-A260-69EDE071C142}" type="parTrans" cxnId="{6C85656E-F25E-49F4-B108-094159CF17E2}">
      <dgm:prSet/>
      <dgm:spPr/>
      <dgm:t>
        <a:bodyPr/>
        <a:lstStyle/>
        <a:p>
          <a:endParaRPr lang="en-US"/>
        </a:p>
      </dgm:t>
    </dgm:pt>
    <dgm:pt modelId="{62403666-7CA4-4C1E-BB35-D04BD43C7028}" type="sibTrans" cxnId="{6C85656E-F25E-49F4-B108-094159CF17E2}">
      <dgm:prSet/>
      <dgm:spPr/>
      <dgm:t>
        <a:bodyPr/>
        <a:lstStyle/>
        <a:p>
          <a:endParaRPr lang="en-US"/>
        </a:p>
      </dgm:t>
    </dgm:pt>
    <dgm:pt modelId="{D03BD634-0C78-457F-81F5-9C97A5496AFB}">
      <dgm:prSet custT="1"/>
      <dgm:spPr/>
      <dgm:t>
        <a:bodyPr/>
        <a:lstStyle/>
        <a:p>
          <a:r>
            <a:rPr lang="en-US" sz="1500" dirty="0"/>
            <a:t>Purchase Return</a:t>
          </a:r>
        </a:p>
      </dgm:t>
    </dgm:pt>
    <dgm:pt modelId="{136FAE15-C9F1-45C6-9333-08C90AA7ADCC}" type="parTrans" cxnId="{58C8A73C-695F-4D42-8551-0657F5BC5C1E}">
      <dgm:prSet/>
      <dgm:spPr/>
      <dgm:t>
        <a:bodyPr/>
        <a:lstStyle/>
        <a:p>
          <a:endParaRPr lang="en-US"/>
        </a:p>
      </dgm:t>
    </dgm:pt>
    <dgm:pt modelId="{89079040-1FD3-4E37-B098-8510EA0F4981}" type="sibTrans" cxnId="{58C8A73C-695F-4D42-8551-0657F5BC5C1E}">
      <dgm:prSet/>
      <dgm:spPr/>
      <dgm:t>
        <a:bodyPr/>
        <a:lstStyle/>
        <a:p>
          <a:endParaRPr lang="en-US"/>
        </a:p>
      </dgm:t>
    </dgm:pt>
    <dgm:pt modelId="{D421DD6E-14BB-47C1-86A8-D48E0CDAB827}">
      <dgm:prSet custT="1"/>
      <dgm:spPr/>
      <dgm:t>
        <a:bodyPr/>
        <a:lstStyle/>
        <a:p>
          <a:r>
            <a:rPr lang="en-US" sz="1500" dirty="0"/>
            <a:t>Pending Items</a:t>
          </a:r>
        </a:p>
      </dgm:t>
    </dgm:pt>
    <dgm:pt modelId="{D7C3302E-1607-4850-80E9-799B2CBB1884}" type="parTrans" cxnId="{5B2BEBD5-42C2-4B6D-861D-192C14AB06A8}">
      <dgm:prSet/>
      <dgm:spPr/>
      <dgm:t>
        <a:bodyPr/>
        <a:lstStyle/>
        <a:p>
          <a:endParaRPr lang="en-US"/>
        </a:p>
      </dgm:t>
    </dgm:pt>
    <dgm:pt modelId="{742B7E59-A3BA-4C9D-ACDC-2D900545A0F3}" type="sibTrans" cxnId="{5B2BEBD5-42C2-4B6D-861D-192C14AB06A8}">
      <dgm:prSet/>
      <dgm:spPr/>
      <dgm:t>
        <a:bodyPr/>
        <a:lstStyle/>
        <a:p>
          <a:endParaRPr lang="en-US"/>
        </a:p>
      </dgm:t>
    </dgm:pt>
    <dgm:pt modelId="{A2932407-48FE-4293-820C-2A43D8B05A8F}">
      <dgm:prSet custT="1"/>
      <dgm:spPr/>
      <dgm:t>
        <a:bodyPr/>
        <a:lstStyle/>
        <a:p>
          <a:r>
            <a:rPr lang="en-US" sz="1500" dirty="0"/>
            <a:t>Costing</a:t>
          </a:r>
        </a:p>
      </dgm:t>
    </dgm:pt>
    <dgm:pt modelId="{9AE89286-F2F6-4B4C-8ACD-C49AF47D5F9E}" type="parTrans" cxnId="{46CB829F-A215-40DE-88BF-A532A927DC0E}">
      <dgm:prSet/>
      <dgm:spPr/>
      <dgm:t>
        <a:bodyPr/>
        <a:lstStyle/>
        <a:p>
          <a:endParaRPr lang="en-US"/>
        </a:p>
      </dgm:t>
    </dgm:pt>
    <dgm:pt modelId="{2710A80D-808F-4503-8A19-AF9BF86B13A4}" type="sibTrans" cxnId="{46CB829F-A215-40DE-88BF-A532A927DC0E}">
      <dgm:prSet/>
      <dgm:spPr/>
      <dgm:t>
        <a:bodyPr/>
        <a:lstStyle/>
        <a:p>
          <a:endParaRPr lang="en-US"/>
        </a:p>
      </dgm:t>
    </dgm:pt>
    <dgm:pt modelId="{D3C320CB-4DD3-4C3D-BA47-7C2AFA1E37F5}">
      <dgm:prSet custT="1"/>
      <dgm:spPr/>
      <dgm:t>
        <a:bodyPr/>
        <a:lstStyle/>
        <a:p>
          <a:r>
            <a:rPr lang="en-US" sz="1500" dirty="0"/>
            <a:t>Efficiency</a:t>
          </a:r>
        </a:p>
      </dgm:t>
    </dgm:pt>
    <dgm:pt modelId="{4858768D-E101-4989-829B-18732548A520}" type="parTrans" cxnId="{F570B3CD-5F6C-46FC-8000-A463C256CAC8}">
      <dgm:prSet/>
      <dgm:spPr/>
      <dgm:t>
        <a:bodyPr/>
        <a:lstStyle/>
        <a:p>
          <a:endParaRPr lang="en-US"/>
        </a:p>
      </dgm:t>
    </dgm:pt>
    <dgm:pt modelId="{E36B0753-94D6-4B55-9274-75856B6CBA89}" type="sibTrans" cxnId="{F570B3CD-5F6C-46FC-8000-A463C256CAC8}">
      <dgm:prSet/>
      <dgm:spPr/>
      <dgm:t>
        <a:bodyPr/>
        <a:lstStyle/>
        <a:p>
          <a:endParaRPr lang="en-US"/>
        </a:p>
      </dgm:t>
    </dgm:pt>
    <dgm:pt modelId="{FE9547C5-974C-4E95-B1D5-12A6D5DBEC63}">
      <dgm:prSet custT="1"/>
      <dgm:spPr/>
      <dgm:t>
        <a:bodyPr/>
        <a:lstStyle/>
        <a:p>
          <a:r>
            <a:rPr lang="en-US" sz="1500" dirty="0"/>
            <a:t>Control</a:t>
          </a:r>
        </a:p>
      </dgm:t>
    </dgm:pt>
    <dgm:pt modelId="{18ED8107-4F5B-4B9E-8EE5-32C4DDE5049E}" type="parTrans" cxnId="{ECB31801-4C89-4FC5-AC5C-3207FFD2FC6E}">
      <dgm:prSet/>
      <dgm:spPr/>
      <dgm:t>
        <a:bodyPr/>
        <a:lstStyle/>
        <a:p>
          <a:endParaRPr lang="en-US"/>
        </a:p>
      </dgm:t>
    </dgm:pt>
    <dgm:pt modelId="{500E1B1D-7B41-421E-B0E1-ACC2EF11DEE2}" type="sibTrans" cxnId="{ECB31801-4C89-4FC5-AC5C-3207FFD2FC6E}">
      <dgm:prSet/>
      <dgm:spPr/>
      <dgm:t>
        <a:bodyPr/>
        <a:lstStyle/>
        <a:p>
          <a:endParaRPr lang="en-US"/>
        </a:p>
      </dgm:t>
    </dgm:pt>
    <dgm:pt modelId="{02BB069A-948D-4207-AF62-E405F1027DC4}">
      <dgm:prSet custT="1"/>
      <dgm:spPr/>
      <dgm:t>
        <a:bodyPr/>
        <a:lstStyle/>
        <a:p>
          <a:r>
            <a:rPr lang="en-US" sz="1500"/>
            <a:t>GRN Return</a:t>
          </a:r>
          <a:endParaRPr lang="en-US" sz="1500" dirty="0"/>
        </a:p>
      </dgm:t>
    </dgm:pt>
    <dgm:pt modelId="{73106772-008E-4F0C-ACEC-96848B03D5DD}" type="parTrans" cxnId="{1B9A8D7A-92D5-4290-A149-F8B1581FD99E}">
      <dgm:prSet/>
      <dgm:spPr/>
      <dgm:t>
        <a:bodyPr/>
        <a:lstStyle/>
        <a:p>
          <a:endParaRPr lang="en-US"/>
        </a:p>
      </dgm:t>
    </dgm:pt>
    <dgm:pt modelId="{EC1715FE-6829-418E-B8BA-60367A095895}" type="sibTrans" cxnId="{1B9A8D7A-92D5-4290-A149-F8B1581FD99E}">
      <dgm:prSet/>
      <dgm:spPr/>
      <dgm:t>
        <a:bodyPr/>
        <a:lstStyle/>
        <a:p>
          <a:endParaRPr lang="en-US"/>
        </a:p>
      </dgm:t>
    </dgm:pt>
    <dgm:pt modelId="{7AE943EC-5382-4441-A250-C5125EA0AD8A}" type="pres">
      <dgm:prSet presAssocID="{6590A677-2857-4BBD-88C5-B8C751448989}" presName="diagram" presStyleCnt="0">
        <dgm:presLayoutVars>
          <dgm:dir/>
          <dgm:resizeHandles val="exact"/>
        </dgm:presLayoutVars>
      </dgm:prSet>
      <dgm:spPr/>
    </dgm:pt>
    <dgm:pt modelId="{287EAD93-565D-4978-A67B-8270A64D6418}" type="pres">
      <dgm:prSet presAssocID="{8822DDF5-47F2-4FCE-A855-07AD9BA5B704}" presName="node" presStyleLbl="node1" presStyleIdx="0" presStyleCnt="9">
        <dgm:presLayoutVars>
          <dgm:bulletEnabled val="1"/>
        </dgm:presLayoutVars>
      </dgm:prSet>
      <dgm:spPr/>
    </dgm:pt>
    <dgm:pt modelId="{8D4DFEE7-5B46-498C-A3E6-22E3AB7179B2}" type="pres">
      <dgm:prSet presAssocID="{F43A0FD4-231E-44FF-8721-7F34010268A2}" presName="sibTrans" presStyleCnt="0"/>
      <dgm:spPr/>
    </dgm:pt>
    <dgm:pt modelId="{C304278A-D0F4-4178-8451-6B4D9E977CBA}" type="pres">
      <dgm:prSet presAssocID="{300D2F53-3294-4A95-9EB7-4EB2F92229D2}" presName="node" presStyleLbl="node1" presStyleIdx="1" presStyleCnt="9">
        <dgm:presLayoutVars>
          <dgm:bulletEnabled val="1"/>
        </dgm:presLayoutVars>
      </dgm:prSet>
      <dgm:spPr/>
    </dgm:pt>
    <dgm:pt modelId="{7129E53F-BC72-4782-9B6E-2616FABC0B56}" type="pres">
      <dgm:prSet presAssocID="{BA83CB8F-5204-4299-B529-AD9EE78B1F3D}" presName="sibTrans" presStyleCnt="0"/>
      <dgm:spPr/>
    </dgm:pt>
    <dgm:pt modelId="{097D1E0F-8051-40FE-89EF-49071823F11F}" type="pres">
      <dgm:prSet presAssocID="{1ACCAC46-D66D-4A65-AE3C-883D1F503E31}" presName="node" presStyleLbl="node1" presStyleIdx="2" presStyleCnt="9">
        <dgm:presLayoutVars>
          <dgm:bulletEnabled val="1"/>
        </dgm:presLayoutVars>
      </dgm:prSet>
      <dgm:spPr/>
    </dgm:pt>
    <dgm:pt modelId="{B24E6F1C-BA12-4B32-81C8-165A083E4CD4}" type="pres">
      <dgm:prSet presAssocID="{62403666-7CA4-4C1E-BB35-D04BD43C7028}" presName="sibTrans" presStyleCnt="0"/>
      <dgm:spPr/>
    </dgm:pt>
    <dgm:pt modelId="{F463FFE5-D8C2-41FB-95BA-723F96EACE79}" type="pres">
      <dgm:prSet presAssocID="{D03BD634-0C78-457F-81F5-9C97A5496AFB}" presName="node" presStyleLbl="node1" presStyleIdx="3" presStyleCnt="9">
        <dgm:presLayoutVars>
          <dgm:bulletEnabled val="1"/>
        </dgm:presLayoutVars>
      </dgm:prSet>
      <dgm:spPr/>
    </dgm:pt>
    <dgm:pt modelId="{5FE3B8E2-06E5-4938-B9F9-C72D8A6922BD}" type="pres">
      <dgm:prSet presAssocID="{89079040-1FD3-4E37-B098-8510EA0F4981}" presName="sibTrans" presStyleCnt="0"/>
      <dgm:spPr/>
    </dgm:pt>
    <dgm:pt modelId="{7BC14294-F107-41C2-998C-B0375D1FFC0B}" type="pres">
      <dgm:prSet presAssocID="{02BB069A-948D-4207-AF62-E405F1027DC4}" presName="node" presStyleLbl="node1" presStyleIdx="4" presStyleCnt="9">
        <dgm:presLayoutVars>
          <dgm:bulletEnabled val="1"/>
        </dgm:presLayoutVars>
      </dgm:prSet>
      <dgm:spPr/>
    </dgm:pt>
    <dgm:pt modelId="{3FF4C821-64A5-4D60-A69E-745BC2D43C2A}" type="pres">
      <dgm:prSet presAssocID="{EC1715FE-6829-418E-B8BA-60367A095895}" presName="sibTrans" presStyleCnt="0"/>
      <dgm:spPr/>
    </dgm:pt>
    <dgm:pt modelId="{F28ACEF1-3162-43E2-A983-B95E68F4E282}" type="pres">
      <dgm:prSet presAssocID="{D421DD6E-14BB-47C1-86A8-D48E0CDAB827}" presName="node" presStyleLbl="node1" presStyleIdx="5" presStyleCnt="9">
        <dgm:presLayoutVars>
          <dgm:bulletEnabled val="1"/>
        </dgm:presLayoutVars>
      </dgm:prSet>
      <dgm:spPr/>
    </dgm:pt>
    <dgm:pt modelId="{4E31235C-1027-4F57-BEC8-8E860B4FF770}" type="pres">
      <dgm:prSet presAssocID="{742B7E59-A3BA-4C9D-ACDC-2D900545A0F3}" presName="sibTrans" presStyleCnt="0"/>
      <dgm:spPr/>
    </dgm:pt>
    <dgm:pt modelId="{FA103FF0-3C04-4AC7-94A1-CF43B2AAE26F}" type="pres">
      <dgm:prSet presAssocID="{A2932407-48FE-4293-820C-2A43D8B05A8F}" presName="node" presStyleLbl="node1" presStyleIdx="6" presStyleCnt="9">
        <dgm:presLayoutVars>
          <dgm:bulletEnabled val="1"/>
        </dgm:presLayoutVars>
      </dgm:prSet>
      <dgm:spPr/>
    </dgm:pt>
    <dgm:pt modelId="{DD72EF4C-399F-4805-BF88-AB3BB758CF25}" type="pres">
      <dgm:prSet presAssocID="{2710A80D-808F-4503-8A19-AF9BF86B13A4}" presName="sibTrans" presStyleCnt="0"/>
      <dgm:spPr/>
    </dgm:pt>
    <dgm:pt modelId="{C65B70B9-998A-4B0F-BEFD-7C696D2D7BA6}" type="pres">
      <dgm:prSet presAssocID="{D3C320CB-4DD3-4C3D-BA47-7C2AFA1E37F5}" presName="node" presStyleLbl="node1" presStyleIdx="7" presStyleCnt="9">
        <dgm:presLayoutVars>
          <dgm:bulletEnabled val="1"/>
        </dgm:presLayoutVars>
      </dgm:prSet>
      <dgm:spPr/>
    </dgm:pt>
    <dgm:pt modelId="{FBD9AEC8-5BE3-45AC-A69F-CE36BBCA7F2C}" type="pres">
      <dgm:prSet presAssocID="{E36B0753-94D6-4B55-9274-75856B6CBA89}" presName="sibTrans" presStyleCnt="0"/>
      <dgm:spPr/>
    </dgm:pt>
    <dgm:pt modelId="{9CECF74A-9DD1-49FC-BF7A-19AFAF193626}" type="pres">
      <dgm:prSet presAssocID="{FE9547C5-974C-4E95-B1D5-12A6D5DBEC63}" presName="node" presStyleLbl="node1" presStyleIdx="8" presStyleCnt="9">
        <dgm:presLayoutVars>
          <dgm:bulletEnabled val="1"/>
        </dgm:presLayoutVars>
      </dgm:prSet>
      <dgm:spPr/>
    </dgm:pt>
  </dgm:ptLst>
  <dgm:cxnLst>
    <dgm:cxn modelId="{ECB31801-4C89-4FC5-AC5C-3207FFD2FC6E}" srcId="{6590A677-2857-4BBD-88C5-B8C751448989}" destId="{FE9547C5-974C-4E95-B1D5-12A6D5DBEC63}" srcOrd="8" destOrd="0" parTransId="{18ED8107-4F5B-4B9E-8EE5-32C4DDE5049E}" sibTransId="{500E1B1D-7B41-421E-B0E1-ACC2EF11DEE2}"/>
    <dgm:cxn modelId="{5F7A0A1F-4DD1-4981-BBE6-C00CFE06E9AF}" srcId="{6590A677-2857-4BBD-88C5-B8C751448989}" destId="{300D2F53-3294-4A95-9EB7-4EB2F92229D2}" srcOrd="1" destOrd="0" parTransId="{920CCC4C-E320-4CEF-B6BE-EF49B2AC48B3}" sibTransId="{BA83CB8F-5204-4299-B529-AD9EE78B1F3D}"/>
    <dgm:cxn modelId="{C632A62F-F211-43BE-AE4E-A3522B03E1AD}" type="presOf" srcId="{300D2F53-3294-4A95-9EB7-4EB2F92229D2}" destId="{C304278A-D0F4-4178-8451-6B4D9E977CBA}" srcOrd="0" destOrd="0" presId="urn:microsoft.com/office/officeart/2005/8/layout/default"/>
    <dgm:cxn modelId="{8CF0A931-7742-46A8-A521-2AC41D2BBBC8}" type="presOf" srcId="{D3C320CB-4DD3-4C3D-BA47-7C2AFA1E37F5}" destId="{C65B70B9-998A-4B0F-BEFD-7C696D2D7BA6}" srcOrd="0" destOrd="0" presId="urn:microsoft.com/office/officeart/2005/8/layout/default"/>
    <dgm:cxn modelId="{58C8A73C-695F-4D42-8551-0657F5BC5C1E}" srcId="{6590A677-2857-4BBD-88C5-B8C751448989}" destId="{D03BD634-0C78-457F-81F5-9C97A5496AFB}" srcOrd="3" destOrd="0" parTransId="{136FAE15-C9F1-45C6-9333-08C90AA7ADCC}" sibTransId="{89079040-1FD3-4E37-B098-8510EA0F4981}"/>
    <dgm:cxn modelId="{70987D43-E8DD-4E3E-B030-FD54D7D2A4C2}" type="presOf" srcId="{1ACCAC46-D66D-4A65-AE3C-883D1F503E31}" destId="{097D1E0F-8051-40FE-89EF-49071823F11F}" srcOrd="0" destOrd="0" presId="urn:microsoft.com/office/officeart/2005/8/layout/default"/>
    <dgm:cxn modelId="{7836BD66-0684-4DAE-92D4-E34CAC08F6C5}" type="presOf" srcId="{6590A677-2857-4BBD-88C5-B8C751448989}" destId="{7AE943EC-5382-4441-A250-C5125EA0AD8A}" srcOrd="0" destOrd="0" presId="urn:microsoft.com/office/officeart/2005/8/layout/default"/>
    <dgm:cxn modelId="{6B35094B-E63E-42EC-8E56-D7296FBC970C}" type="presOf" srcId="{D421DD6E-14BB-47C1-86A8-D48E0CDAB827}" destId="{F28ACEF1-3162-43E2-A983-B95E68F4E282}" srcOrd="0" destOrd="0" presId="urn:microsoft.com/office/officeart/2005/8/layout/default"/>
    <dgm:cxn modelId="{6C85656E-F25E-49F4-B108-094159CF17E2}" srcId="{6590A677-2857-4BBD-88C5-B8C751448989}" destId="{1ACCAC46-D66D-4A65-AE3C-883D1F503E31}" srcOrd="2" destOrd="0" parTransId="{FB18DED2-8799-4221-A260-69EDE071C142}" sibTransId="{62403666-7CA4-4C1E-BB35-D04BD43C7028}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F4E7A074-54D5-4B9E-A70E-9262C877A516}" type="presOf" srcId="{D03BD634-0C78-457F-81F5-9C97A5496AFB}" destId="{F463FFE5-D8C2-41FB-95BA-723F96EACE79}" srcOrd="0" destOrd="0" presId="urn:microsoft.com/office/officeart/2005/8/layout/default"/>
    <dgm:cxn modelId="{B79EDF54-6BF7-4A6F-B00D-87BCE60A75DF}" type="presOf" srcId="{8822DDF5-47F2-4FCE-A855-07AD9BA5B704}" destId="{287EAD93-565D-4978-A67B-8270A64D6418}" srcOrd="0" destOrd="0" presId="urn:microsoft.com/office/officeart/2005/8/layout/default"/>
    <dgm:cxn modelId="{1B9A8D7A-92D5-4290-A149-F8B1581FD99E}" srcId="{6590A677-2857-4BBD-88C5-B8C751448989}" destId="{02BB069A-948D-4207-AF62-E405F1027DC4}" srcOrd="4" destOrd="0" parTransId="{73106772-008E-4F0C-ACEC-96848B03D5DD}" sibTransId="{EC1715FE-6829-418E-B8BA-60367A095895}"/>
    <dgm:cxn modelId="{B242F38F-BFA8-4C53-B1F4-5EE2740318DC}" type="presOf" srcId="{FE9547C5-974C-4E95-B1D5-12A6D5DBEC63}" destId="{9CECF74A-9DD1-49FC-BF7A-19AFAF193626}" srcOrd="0" destOrd="0" presId="urn:microsoft.com/office/officeart/2005/8/layout/default"/>
    <dgm:cxn modelId="{46CB829F-A215-40DE-88BF-A532A927DC0E}" srcId="{6590A677-2857-4BBD-88C5-B8C751448989}" destId="{A2932407-48FE-4293-820C-2A43D8B05A8F}" srcOrd="6" destOrd="0" parTransId="{9AE89286-F2F6-4B4C-8ACD-C49AF47D5F9E}" sibTransId="{2710A80D-808F-4503-8A19-AF9BF86B13A4}"/>
    <dgm:cxn modelId="{248D7EC7-6CA1-4878-BB14-936EE12AF232}" type="presOf" srcId="{02BB069A-948D-4207-AF62-E405F1027DC4}" destId="{7BC14294-F107-41C2-998C-B0375D1FFC0B}" srcOrd="0" destOrd="0" presId="urn:microsoft.com/office/officeart/2005/8/layout/default"/>
    <dgm:cxn modelId="{F570B3CD-5F6C-46FC-8000-A463C256CAC8}" srcId="{6590A677-2857-4BBD-88C5-B8C751448989}" destId="{D3C320CB-4DD3-4C3D-BA47-7C2AFA1E37F5}" srcOrd="7" destOrd="0" parTransId="{4858768D-E101-4989-829B-18732548A520}" sibTransId="{E36B0753-94D6-4B55-9274-75856B6CBA89}"/>
    <dgm:cxn modelId="{582580D5-E563-467B-89D5-3BDCC73249AC}" type="presOf" srcId="{A2932407-48FE-4293-820C-2A43D8B05A8F}" destId="{FA103FF0-3C04-4AC7-94A1-CF43B2AAE26F}" srcOrd="0" destOrd="0" presId="urn:microsoft.com/office/officeart/2005/8/layout/default"/>
    <dgm:cxn modelId="{5B2BEBD5-42C2-4B6D-861D-192C14AB06A8}" srcId="{6590A677-2857-4BBD-88C5-B8C751448989}" destId="{D421DD6E-14BB-47C1-86A8-D48E0CDAB827}" srcOrd="5" destOrd="0" parTransId="{D7C3302E-1607-4850-80E9-799B2CBB1884}" sibTransId="{742B7E59-A3BA-4C9D-ACDC-2D900545A0F3}"/>
    <dgm:cxn modelId="{89574F2A-A859-460B-8E14-A435ED3C0E92}" type="presParOf" srcId="{7AE943EC-5382-4441-A250-C5125EA0AD8A}" destId="{287EAD93-565D-4978-A67B-8270A64D6418}" srcOrd="0" destOrd="0" presId="urn:microsoft.com/office/officeart/2005/8/layout/default"/>
    <dgm:cxn modelId="{DF230819-D02B-42C5-9ABB-5B408BC655A7}" type="presParOf" srcId="{7AE943EC-5382-4441-A250-C5125EA0AD8A}" destId="{8D4DFEE7-5B46-498C-A3E6-22E3AB7179B2}" srcOrd="1" destOrd="0" presId="urn:microsoft.com/office/officeart/2005/8/layout/default"/>
    <dgm:cxn modelId="{DC1AAD45-7696-48DB-A08B-9C2A22DB51BE}" type="presParOf" srcId="{7AE943EC-5382-4441-A250-C5125EA0AD8A}" destId="{C304278A-D0F4-4178-8451-6B4D9E977CBA}" srcOrd="2" destOrd="0" presId="urn:microsoft.com/office/officeart/2005/8/layout/default"/>
    <dgm:cxn modelId="{7B0CE89E-AA45-431D-87C0-EB95F280D1E5}" type="presParOf" srcId="{7AE943EC-5382-4441-A250-C5125EA0AD8A}" destId="{7129E53F-BC72-4782-9B6E-2616FABC0B56}" srcOrd="3" destOrd="0" presId="urn:microsoft.com/office/officeart/2005/8/layout/default"/>
    <dgm:cxn modelId="{EF4510BC-3E10-40E0-A00A-B8C416E659D4}" type="presParOf" srcId="{7AE943EC-5382-4441-A250-C5125EA0AD8A}" destId="{097D1E0F-8051-40FE-89EF-49071823F11F}" srcOrd="4" destOrd="0" presId="urn:microsoft.com/office/officeart/2005/8/layout/default"/>
    <dgm:cxn modelId="{0D247E9D-A2DF-4EAF-A5B7-2E012DE6EE45}" type="presParOf" srcId="{7AE943EC-5382-4441-A250-C5125EA0AD8A}" destId="{B24E6F1C-BA12-4B32-81C8-165A083E4CD4}" srcOrd="5" destOrd="0" presId="urn:microsoft.com/office/officeart/2005/8/layout/default"/>
    <dgm:cxn modelId="{1D64C7F9-5CD3-4370-9B77-0B34CDB9AA21}" type="presParOf" srcId="{7AE943EC-5382-4441-A250-C5125EA0AD8A}" destId="{F463FFE5-D8C2-41FB-95BA-723F96EACE79}" srcOrd="6" destOrd="0" presId="urn:microsoft.com/office/officeart/2005/8/layout/default"/>
    <dgm:cxn modelId="{C641C302-3594-4CD2-8F47-B4E9EC95F928}" type="presParOf" srcId="{7AE943EC-5382-4441-A250-C5125EA0AD8A}" destId="{5FE3B8E2-06E5-4938-B9F9-C72D8A6922BD}" srcOrd="7" destOrd="0" presId="urn:microsoft.com/office/officeart/2005/8/layout/default"/>
    <dgm:cxn modelId="{84792818-1C1D-497B-BBD9-4FD5CFCDEF0E}" type="presParOf" srcId="{7AE943EC-5382-4441-A250-C5125EA0AD8A}" destId="{7BC14294-F107-41C2-998C-B0375D1FFC0B}" srcOrd="8" destOrd="0" presId="urn:microsoft.com/office/officeart/2005/8/layout/default"/>
    <dgm:cxn modelId="{BA4F578E-B2A0-4C59-942E-B672AEB33BC3}" type="presParOf" srcId="{7AE943EC-5382-4441-A250-C5125EA0AD8A}" destId="{3FF4C821-64A5-4D60-A69E-745BC2D43C2A}" srcOrd="9" destOrd="0" presId="urn:microsoft.com/office/officeart/2005/8/layout/default"/>
    <dgm:cxn modelId="{0D522082-CE0F-4D34-8234-3BEBEC376D77}" type="presParOf" srcId="{7AE943EC-5382-4441-A250-C5125EA0AD8A}" destId="{F28ACEF1-3162-43E2-A983-B95E68F4E282}" srcOrd="10" destOrd="0" presId="urn:microsoft.com/office/officeart/2005/8/layout/default"/>
    <dgm:cxn modelId="{6A6C5D2F-A756-4FEC-8EA3-F5D6D86DCAED}" type="presParOf" srcId="{7AE943EC-5382-4441-A250-C5125EA0AD8A}" destId="{4E31235C-1027-4F57-BEC8-8E860B4FF770}" srcOrd="11" destOrd="0" presId="urn:microsoft.com/office/officeart/2005/8/layout/default"/>
    <dgm:cxn modelId="{90363B72-ADB6-418C-AE99-A60FADB48901}" type="presParOf" srcId="{7AE943EC-5382-4441-A250-C5125EA0AD8A}" destId="{FA103FF0-3C04-4AC7-94A1-CF43B2AAE26F}" srcOrd="12" destOrd="0" presId="urn:microsoft.com/office/officeart/2005/8/layout/default"/>
    <dgm:cxn modelId="{3AF832B1-0D58-428A-88C4-A1FB9CFB8307}" type="presParOf" srcId="{7AE943EC-5382-4441-A250-C5125EA0AD8A}" destId="{DD72EF4C-399F-4805-BF88-AB3BB758CF25}" srcOrd="13" destOrd="0" presId="urn:microsoft.com/office/officeart/2005/8/layout/default"/>
    <dgm:cxn modelId="{6FA6E022-9DF4-4717-AD43-7B2AE3E7DD16}" type="presParOf" srcId="{7AE943EC-5382-4441-A250-C5125EA0AD8A}" destId="{C65B70B9-998A-4B0F-BEFD-7C696D2D7BA6}" srcOrd="14" destOrd="0" presId="urn:microsoft.com/office/officeart/2005/8/layout/default"/>
    <dgm:cxn modelId="{EA848576-DAC8-4D7C-9AE9-6555E01F1985}" type="presParOf" srcId="{7AE943EC-5382-4441-A250-C5125EA0AD8A}" destId="{FBD9AEC8-5BE3-45AC-A69F-CE36BBCA7F2C}" srcOrd="15" destOrd="0" presId="urn:microsoft.com/office/officeart/2005/8/layout/default"/>
    <dgm:cxn modelId="{9AC6BB0D-95EB-4235-8A29-8EC9F11FE42C}" type="presParOf" srcId="{7AE943EC-5382-4441-A250-C5125EA0AD8A}" destId="{9CECF74A-9DD1-49FC-BF7A-19AFAF193626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70C124-0334-4460-8098-6D23A90B28AC}" type="doc">
      <dgm:prSet loTypeId="urn:microsoft.com/office/officeart/2005/8/layout/chevronAccent+Icon" loCatId="process" qsTypeId="urn:microsoft.com/office/officeart/2005/8/quickstyle/simple3" qsCatId="simple" csTypeId="urn:microsoft.com/office/officeart/2005/8/colors/colorful4" csCatId="colorful" phldr="1"/>
      <dgm:spPr/>
    </dgm:pt>
    <dgm:pt modelId="{F3E67407-6023-44E7-B5F8-C451DAEBF9C9}">
      <dgm:prSet phldrT="[Text]" custT="1"/>
      <dgm:spPr/>
      <dgm:t>
        <a:bodyPr/>
        <a:lstStyle/>
        <a:p>
          <a:r>
            <a:rPr lang="en-US" sz="1500" b="0" dirty="0"/>
            <a:t>Purchase Order</a:t>
          </a:r>
        </a:p>
      </dgm:t>
    </dgm:pt>
    <dgm:pt modelId="{66D7A3C1-3F5C-4028-A9E2-825AB873A17F}" type="parTrans" cxnId="{BEF13CFD-BD55-4F04-970D-EA404907DA43}">
      <dgm:prSet/>
      <dgm:spPr/>
      <dgm:t>
        <a:bodyPr/>
        <a:lstStyle/>
        <a:p>
          <a:endParaRPr lang="en-US" sz="1500" b="0"/>
        </a:p>
      </dgm:t>
    </dgm:pt>
    <dgm:pt modelId="{3C5A276C-BEE8-404A-AA2A-E345902446DC}" type="sibTrans" cxnId="{BEF13CFD-BD55-4F04-970D-EA404907DA43}">
      <dgm:prSet custT="1"/>
      <dgm:spPr/>
      <dgm:t>
        <a:bodyPr/>
        <a:lstStyle/>
        <a:p>
          <a:endParaRPr lang="en-US" sz="1500" b="0"/>
        </a:p>
      </dgm:t>
    </dgm:pt>
    <dgm:pt modelId="{3D30A00D-E00F-43AB-B3E0-99C1CF2EED54}">
      <dgm:prSet phldrT="[Text]" custT="1"/>
      <dgm:spPr/>
      <dgm:t>
        <a:bodyPr/>
        <a:lstStyle/>
        <a:p>
          <a:r>
            <a:rPr lang="en-US" sz="1500" b="0" dirty="0"/>
            <a:t>Order to GRN</a:t>
          </a:r>
        </a:p>
      </dgm:t>
    </dgm:pt>
    <dgm:pt modelId="{1062F016-A4F2-473F-A207-9785BBA7192B}" type="parTrans" cxnId="{02D5D415-711B-448E-99D2-AE3CE958C5C8}">
      <dgm:prSet/>
      <dgm:spPr/>
      <dgm:t>
        <a:bodyPr/>
        <a:lstStyle/>
        <a:p>
          <a:endParaRPr lang="en-US" sz="1500" b="0"/>
        </a:p>
      </dgm:t>
    </dgm:pt>
    <dgm:pt modelId="{CACCD54F-1923-40ED-B5F4-0E9550D7E44F}" type="sibTrans" cxnId="{02D5D415-711B-448E-99D2-AE3CE958C5C8}">
      <dgm:prSet custT="1"/>
      <dgm:spPr/>
      <dgm:t>
        <a:bodyPr/>
        <a:lstStyle/>
        <a:p>
          <a:endParaRPr lang="en-US" sz="1500" b="0"/>
        </a:p>
      </dgm:t>
    </dgm:pt>
    <dgm:pt modelId="{C040FA07-9B91-47E0-A196-2F386A140CB3}">
      <dgm:prSet phldrT="[Text]" custT="1"/>
      <dgm:spPr/>
      <dgm:t>
        <a:bodyPr/>
        <a:lstStyle/>
        <a:p>
          <a:r>
            <a:rPr lang="en-US" sz="1500" b="0" dirty="0"/>
            <a:t>AP/GL Process</a:t>
          </a:r>
        </a:p>
      </dgm:t>
    </dgm:pt>
    <dgm:pt modelId="{F5F56B4F-12D5-464D-9600-7A752EB46E32}" type="parTrans" cxnId="{65055AD9-F8C8-4C37-8ABC-79DC35C544DB}">
      <dgm:prSet/>
      <dgm:spPr/>
      <dgm:t>
        <a:bodyPr/>
        <a:lstStyle/>
        <a:p>
          <a:endParaRPr lang="en-US" sz="1500" b="0"/>
        </a:p>
      </dgm:t>
    </dgm:pt>
    <dgm:pt modelId="{8C0BDFBD-A16D-4E2D-9D47-06BAE034EEC1}" type="sibTrans" cxnId="{65055AD9-F8C8-4C37-8ABC-79DC35C544DB}">
      <dgm:prSet custT="1"/>
      <dgm:spPr/>
      <dgm:t>
        <a:bodyPr/>
        <a:lstStyle/>
        <a:p>
          <a:endParaRPr lang="en-US" sz="1500" b="0"/>
        </a:p>
      </dgm:t>
    </dgm:pt>
    <dgm:pt modelId="{B1BFEC2A-DAC4-4FBF-875D-D94D5D5D20CB}">
      <dgm:prSet phldrT="[Text]" custT="1"/>
      <dgm:spPr/>
      <dgm:t>
        <a:bodyPr/>
        <a:lstStyle/>
        <a:p>
          <a:r>
            <a:rPr lang="en-US" sz="1500" b="0" dirty="0"/>
            <a:t>Direct Purchase</a:t>
          </a:r>
        </a:p>
      </dgm:t>
    </dgm:pt>
    <dgm:pt modelId="{3F676C27-39C7-4F3E-92F6-2C2CDA8848AC}" type="parTrans" cxnId="{1758EBCD-FEA3-4F34-AE24-A7732AF015E5}">
      <dgm:prSet/>
      <dgm:spPr/>
      <dgm:t>
        <a:bodyPr/>
        <a:lstStyle/>
        <a:p>
          <a:endParaRPr lang="en-US" sz="1500" b="0"/>
        </a:p>
      </dgm:t>
    </dgm:pt>
    <dgm:pt modelId="{81D7BB71-7B33-4776-AD86-8E1205B8B018}" type="sibTrans" cxnId="{1758EBCD-FEA3-4F34-AE24-A7732AF015E5}">
      <dgm:prSet custT="1"/>
      <dgm:spPr/>
      <dgm:t>
        <a:bodyPr/>
        <a:lstStyle/>
        <a:p>
          <a:endParaRPr lang="en-US" sz="1500" b="0"/>
        </a:p>
      </dgm:t>
    </dgm:pt>
    <dgm:pt modelId="{62A1C01A-D3C3-4F45-8A10-B9E3349F35FD}">
      <dgm:prSet phldrT="[Text]" custT="1"/>
      <dgm:spPr/>
      <dgm:t>
        <a:bodyPr/>
        <a:lstStyle/>
        <a:p>
          <a:r>
            <a:rPr lang="en-US" sz="1500" b="0" dirty="0"/>
            <a:t>Inventory Process</a:t>
          </a:r>
        </a:p>
      </dgm:t>
    </dgm:pt>
    <dgm:pt modelId="{5FEA6FBE-3675-402D-9A5C-252A05CFB5F2}" type="parTrans" cxnId="{7CFF4945-93A2-416D-B56E-5571CD324BC1}">
      <dgm:prSet/>
      <dgm:spPr/>
      <dgm:t>
        <a:bodyPr/>
        <a:lstStyle/>
        <a:p>
          <a:endParaRPr lang="en-US" b="0"/>
        </a:p>
      </dgm:t>
    </dgm:pt>
    <dgm:pt modelId="{8CCBC234-5593-4028-B42C-76192E948355}" type="sibTrans" cxnId="{7CFF4945-93A2-416D-B56E-5571CD324BC1}">
      <dgm:prSet/>
      <dgm:spPr/>
      <dgm:t>
        <a:bodyPr/>
        <a:lstStyle/>
        <a:p>
          <a:endParaRPr lang="en-US" b="0"/>
        </a:p>
      </dgm:t>
    </dgm:pt>
    <dgm:pt modelId="{B5CA1B39-3EDE-45FF-9EC2-BBF155991761}">
      <dgm:prSet phldrT="[Text]" custT="1"/>
      <dgm:spPr/>
      <dgm:t>
        <a:bodyPr/>
        <a:lstStyle/>
        <a:p>
          <a:r>
            <a:rPr lang="en-US" sz="1500" b="0" dirty="0"/>
            <a:t>Pending Items</a:t>
          </a:r>
        </a:p>
      </dgm:t>
    </dgm:pt>
    <dgm:pt modelId="{B64C8989-4A13-41E7-BA18-FE99F94F6710}" type="parTrans" cxnId="{24A1474B-7688-4E75-AB70-2F3FD98A021A}">
      <dgm:prSet/>
      <dgm:spPr/>
      <dgm:t>
        <a:bodyPr/>
        <a:lstStyle/>
        <a:p>
          <a:endParaRPr lang="en-US"/>
        </a:p>
      </dgm:t>
    </dgm:pt>
    <dgm:pt modelId="{41C09EC3-AD0B-4ACF-A351-CFADEA811D62}" type="sibTrans" cxnId="{24A1474B-7688-4E75-AB70-2F3FD98A021A}">
      <dgm:prSet/>
      <dgm:spPr/>
      <dgm:t>
        <a:bodyPr/>
        <a:lstStyle/>
        <a:p>
          <a:endParaRPr lang="en-US"/>
        </a:p>
      </dgm:t>
    </dgm:pt>
    <dgm:pt modelId="{AC6A2ED0-7B15-4939-9694-436E9CDA8016}" type="pres">
      <dgm:prSet presAssocID="{3470C124-0334-4460-8098-6D23A90B28AC}" presName="Name0" presStyleCnt="0">
        <dgm:presLayoutVars>
          <dgm:dir/>
          <dgm:resizeHandles val="exact"/>
        </dgm:presLayoutVars>
      </dgm:prSet>
      <dgm:spPr/>
    </dgm:pt>
    <dgm:pt modelId="{DA067A55-AEC6-4187-A560-D4E0051663E4}" type="pres">
      <dgm:prSet presAssocID="{F3E67407-6023-44E7-B5F8-C451DAEBF9C9}" presName="composite" presStyleCnt="0"/>
      <dgm:spPr/>
    </dgm:pt>
    <dgm:pt modelId="{249BBA3E-BF31-4EE4-B8F6-A7423E5FF3D0}" type="pres">
      <dgm:prSet presAssocID="{F3E67407-6023-44E7-B5F8-C451DAEBF9C9}" presName="bgChev" presStyleLbl="node1" presStyleIdx="0" presStyleCnt="6"/>
      <dgm:spPr/>
    </dgm:pt>
    <dgm:pt modelId="{CB636782-1555-473C-8B33-D228A0CD7A35}" type="pres">
      <dgm:prSet presAssocID="{F3E67407-6023-44E7-B5F8-C451DAEBF9C9}" presName="txNode" presStyleLbl="fgAcc1" presStyleIdx="0" presStyleCnt="6">
        <dgm:presLayoutVars>
          <dgm:bulletEnabled val="1"/>
        </dgm:presLayoutVars>
      </dgm:prSet>
      <dgm:spPr/>
    </dgm:pt>
    <dgm:pt modelId="{C9BC13C9-6B3E-4888-841A-800767AA73B6}" type="pres">
      <dgm:prSet presAssocID="{3C5A276C-BEE8-404A-AA2A-E345902446DC}" presName="compositeSpace" presStyleCnt="0"/>
      <dgm:spPr/>
    </dgm:pt>
    <dgm:pt modelId="{693452EC-A4AA-434B-A758-103CF36695A9}" type="pres">
      <dgm:prSet presAssocID="{3D30A00D-E00F-43AB-B3E0-99C1CF2EED54}" presName="composite" presStyleCnt="0"/>
      <dgm:spPr/>
    </dgm:pt>
    <dgm:pt modelId="{2FBCD924-0BCE-4607-9BD9-5AACC8B8BE33}" type="pres">
      <dgm:prSet presAssocID="{3D30A00D-E00F-43AB-B3E0-99C1CF2EED54}" presName="bgChev" presStyleLbl="node1" presStyleIdx="1" presStyleCnt="6"/>
      <dgm:spPr/>
    </dgm:pt>
    <dgm:pt modelId="{829819B4-9AA0-42D9-BE8B-EAC2BF21540D}" type="pres">
      <dgm:prSet presAssocID="{3D30A00D-E00F-43AB-B3E0-99C1CF2EED54}" presName="txNode" presStyleLbl="fgAcc1" presStyleIdx="1" presStyleCnt="6">
        <dgm:presLayoutVars>
          <dgm:bulletEnabled val="1"/>
        </dgm:presLayoutVars>
      </dgm:prSet>
      <dgm:spPr/>
    </dgm:pt>
    <dgm:pt modelId="{7450492F-A767-4175-8702-84D76FB27E5A}" type="pres">
      <dgm:prSet presAssocID="{CACCD54F-1923-40ED-B5F4-0E9550D7E44F}" presName="compositeSpace" presStyleCnt="0"/>
      <dgm:spPr/>
    </dgm:pt>
    <dgm:pt modelId="{E9C1D037-809E-4585-A977-CBBA8F625D1B}" type="pres">
      <dgm:prSet presAssocID="{B5CA1B39-3EDE-45FF-9EC2-BBF155991761}" presName="composite" presStyleCnt="0"/>
      <dgm:spPr/>
    </dgm:pt>
    <dgm:pt modelId="{037F81A4-8750-4079-8B51-A860D3DC72D5}" type="pres">
      <dgm:prSet presAssocID="{B5CA1B39-3EDE-45FF-9EC2-BBF155991761}" presName="bgChev" presStyleLbl="node1" presStyleIdx="2" presStyleCnt="6"/>
      <dgm:spPr/>
    </dgm:pt>
    <dgm:pt modelId="{81EDFBE7-D9AC-4099-8EDE-2AB363073433}" type="pres">
      <dgm:prSet presAssocID="{B5CA1B39-3EDE-45FF-9EC2-BBF155991761}" presName="txNode" presStyleLbl="fgAcc1" presStyleIdx="2" presStyleCnt="6">
        <dgm:presLayoutVars>
          <dgm:bulletEnabled val="1"/>
        </dgm:presLayoutVars>
      </dgm:prSet>
      <dgm:spPr/>
    </dgm:pt>
    <dgm:pt modelId="{DA237FEA-7E57-459F-8ED8-6E276465D7E9}" type="pres">
      <dgm:prSet presAssocID="{41C09EC3-AD0B-4ACF-A351-CFADEA811D62}" presName="compositeSpace" presStyleCnt="0"/>
      <dgm:spPr/>
    </dgm:pt>
    <dgm:pt modelId="{E3F6E9A3-1DAF-4200-9AF9-09DD206976CD}" type="pres">
      <dgm:prSet presAssocID="{B1BFEC2A-DAC4-4FBF-875D-D94D5D5D20CB}" presName="composite" presStyleCnt="0"/>
      <dgm:spPr/>
    </dgm:pt>
    <dgm:pt modelId="{D3E16470-2B48-4FDC-A181-B61825EC764A}" type="pres">
      <dgm:prSet presAssocID="{B1BFEC2A-DAC4-4FBF-875D-D94D5D5D20CB}" presName="bgChev" presStyleLbl="node1" presStyleIdx="3" presStyleCnt="6"/>
      <dgm:spPr/>
    </dgm:pt>
    <dgm:pt modelId="{1B5FE3DC-C5A2-46BB-AEC8-D7E81662898E}" type="pres">
      <dgm:prSet presAssocID="{B1BFEC2A-DAC4-4FBF-875D-D94D5D5D20CB}" presName="txNode" presStyleLbl="fgAcc1" presStyleIdx="3" presStyleCnt="6">
        <dgm:presLayoutVars>
          <dgm:bulletEnabled val="1"/>
        </dgm:presLayoutVars>
      </dgm:prSet>
      <dgm:spPr/>
    </dgm:pt>
    <dgm:pt modelId="{6E53D129-C11F-4D9A-AACD-B1935BA7E411}" type="pres">
      <dgm:prSet presAssocID="{81D7BB71-7B33-4776-AD86-8E1205B8B018}" presName="compositeSpace" presStyleCnt="0"/>
      <dgm:spPr/>
    </dgm:pt>
    <dgm:pt modelId="{BFB89691-3207-476B-AE81-238733D18468}" type="pres">
      <dgm:prSet presAssocID="{62A1C01A-D3C3-4F45-8A10-B9E3349F35FD}" presName="composite" presStyleCnt="0"/>
      <dgm:spPr/>
    </dgm:pt>
    <dgm:pt modelId="{3FD36EAC-D3BE-4ECB-BEC4-6671B41D6C43}" type="pres">
      <dgm:prSet presAssocID="{62A1C01A-D3C3-4F45-8A10-B9E3349F35FD}" presName="bgChev" presStyleLbl="node1" presStyleIdx="4" presStyleCnt="6"/>
      <dgm:spPr/>
    </dgm:pt>
    <dgm:pt modelId="{3D72E350-3DAE-457E-817A-3DDCF9352D78}" type="pres">
      <dgm:prSet presAssocID="{62A1C01A-D3C3-4F45-8A10-B9E3349F35FD}" presName="txNode" presStyleLbl="fgAcc1" presStyleIdx="4" presStyleCnt="6">
        <dgm:presLayoutVars>
          <dgm:bulletEnabled val="1"/>
        </dgm:presLayoutVars>
      </dgm:prSet>
      <dgm:spPr/>
    </dgm:pt>
    <dgm:pt modelId="{1961C520-A2F3-45E0-B83F-DA771256EABE}" type="pres">
      <dgm:prSet presAssocID="{8CCBC234-5593-4028-B42C-76192E948355}" presName="compositeSpace" presStyleCnt="0"/>
      <dgm:spPr/>
    </dgm:pt>
    <dgm:pt modelId="{D5BFB29D-893B-47B0-B9A5-358ACF12BF9F}" type="pres">
      <dgm:prSet presAssocID="{C040FA07-9B91-47E0-A196-2F386A140CB3}" presName="composite" presStyleCnt="0"/>
      <dgm:spPr/>
    </dgm:pt>
    <dgm:pt modelId="{31B02BFE-5A62-4472-BF73-84FFA175E599}" type="pres">
      <dgm:prSet presAssocID="{C040FA07-9B91-47E0-A196-2F386A140CB3}" presName="bgChev" presStyleLbl="node1" presStyleIdx="5" presStyleCnt="6"/>
      <dgm:spPr/>
    </dgm:pt>
    <dgm:pt modelId="{ECFAAFC0-CAFD-4817-B9CE-A4F1483F5031}" type="pres">
      <dgm:prSet presAssocID="{C040FA07-9B91-47E0-A196-2F386A140CB3}" presName="txNode" presStyleLbl="fgAcc1" presStyleIdx="5" presStyleCnt="6">
        <dgm:presLayoutVars>
          <dgm:bulletEnabled val="1"/>
        </dgm:presLayoutVars>
      </dgm:prSet>
      <dgm:spPr/>
    </dgm:pt>
  </dgm:ptLst>
  <dgm:cxnLst>
    <dgm:cxn modelId="{02D5D415-711B-448E-99D2-AE3CE958C5C8}" srcId="{3470C124-0334-4460-8098-6D23A90B28AC}" destId="{3D30A00D-E00F-43AB-B3E0-99C1CF2EED54}" srcOrd="1" destOrd="0" parTransId="{1062F016-A4F2-473F-A207-9785BBA7192B}" sibTransId="{CACCD54F-1923-40ED-B5F4-0E9550D7E44F}"/>
    <dgm:cxn modelId="{67866719-4D2E-422F-95D2-746446DA350B}" type="presOf" srcId="{3D30A00D-E00F-43AB-B3E0-99C1CF2EED54}" destId="{829819B4-9AA0-42D9-BE8B-EAC2BF21540D}" srcOrd="0" destOrd="0" presId="urn:microsoft.com/office/officeart/2005/8/layout/chevronAccent+Icon"/>
    <dgm:cxn modelId="{8B80E134-C709-4E28-B394-DEA57B0329CC}" type="presOf" srcId="{C040FA07-9B91-47E0-A196-2F386A140CB3}" destId="{ECFAAFC0-CAFD-4817-B9CE-A4F1483F5031}" srcOrd="0" destOrd="0" presId="urn:microsoft.com/office/officeart/2005/8/layout/chevronAccent+Icon"/>
    <dgm:cxn modelId="{797AE735-C548-4F99-B2C5-28D380185FE4}" type="presOf" srcId="{B5CA1B39-3EDE-45FF-9EC2-BBF155991761}" destId="{81EDFBE7-D9AC-4099-8EDE-2AB363073433}" srcOrd="0" destOrd="0" presId="urn:microsoft.com/office/officeart/2005/8/layout/chevronAccent+Icon"/>
    <dgm:cxn modelId="{7CFF4945-93A2-416D-B56E-5571CD324BC1}" srcId="{3470C124-0334-4460-8098-6D23A90B28AC}" destId="{62A1C01A-D3C3-4F45-8A10-B9E3349F35FD}" srcOrd="4" destOrd="0" parTransId="{5FEA6FBE-3675-402D-9A5C-252A05CFB5F2}" sibTransId="{8CCBC234-5593-4028-B42C-76192E948355}"/>
    <dgm:cxn modelId="{24A1474B-7688-4E75-AB70-2F3FD98A021A}" srcId="{3470C124-0334-4460-8098-6D23A90B28AC}" destId="{B5CA1B39-3EDE-45FF-9EC2-BBF155991761}" srcOrd="2" destOrd="0" parTransId="{B64C8989-4A13-41E7-BA18-FE99F94F6710}" sibTransId="{41C09EC3-AD0B-4ACF-A351-CFADEA811D62}"/>
    <dgm:cxn modelId="{0039557F-606A-4A2F-A874-87F2178C177A}" type="presOf" srcId="{B1BFEC2A-DAC4-4FBF-875D-D94D5D5D20CB}" destId="{1B5FE3DC-C5A2-46BB-AEC8-D7E81662898E}" srcOrd="0" destOrd="0" presId="urn:microsoft.com/office/officeart/2005/8/layout/chevronAccent+Icon"/>
    <dgm:cxn modelId="{135C4790-2EBA-4B82-B205-10069412F3D9}" type="presOf" srcId="{3470C124-0334-4460-8098-6D23A90B28AC}" destId="{AC6A2ED0-7B15-4939-9694-436E9CDA8016}" srcOrd="0" destOrd="0" presId="urn:microsoft.com/office/officeart/2005/8/layout/chevronAccent+Icon"/>
    <dgm:cxn modelId="{1758EBCD-FEA3-4F34-AE24-A7732AF015E5}" srcId="{3470C124-0334-4460-8098-6D23A90B28AC}" destId="{B1BFEC2A-DAC4-4FBF-875D-D94D5D5D20CB}" srcOrd="3" destOrd="0" parTransId="{3F676C27-39C7-4F3E-92F6-2C2CDA8848AC}" sibTransId="{81D7BB71-7B33-4776-AD86-8E1205B8B018}"/>
    <dgm:cxn modelId="{AED84CD3-6E69-4646-979B-D95716ECB601}" type="presOf" srcId="{62A1C01A-D3C3-4F45-8A10-B9E3349F35FD}" destId="{3D72E350-3DAE-457E-817A-3DDCF9352D78}" srcOrd="0" destOrd="0" presId="urn:microsoft.com/office/officeart/2005/8/layout/chevronAccent+Icon"/>
    <dgm:cxn modelId="{170955D8-0A7F-457F-ABA3-40FA83763887}" type="presOf" srcId="{F3E67407-6023-44E7-B5F8-C451DAEBF9C9}" destId="{CB636782-1555-473C-8B33-D228A0CD7A35}" srcOrd="0" destOrd="0" presId="urn:microsoft.com/office/officeart/2005/8/layout/chevronAccent+Icon"/>
    <dgm:cxn modelId="{65055AD9-F8C8-4C37-8ABC-79DC35C544DB}" srcId="{3470C124-0334-4460-8098-6D23A90B28AC}" destId="{C040FA07-9B91-47E0-A196-2F386A140CB3}" srcOrd="5" destOrd="0" parTransId="{F5F56B4F-12D5-464D-9600-7A752EB46E32}" sibTransId="{8C0BDFBD-A16D-4E2D-9D47-06BAE034EEC1}"/>
    <dgm:cxn modelId="{BEF13CFD-BD55-4F04-970D-EA404907DA43}" srcId="{3470C124-0334-4460-8098-6D23A90B28AC}" destId="{F3E67407-6023-44E7-B5F8-C451DAEBF9C9}" srcOrd="0" destOrd="0" parTransId="{66D7A3C1-3F5C-4028-A9E2-825AB873A17F}" sibTransId="{3C5A276C-BEE8-404A-AA2A-E345902446DC}"/>
    <dgm:cxn modelId="{2AE9B25A-4CEB-4388-9466-10FF69ED353F}" type="presParOf" srcId="{AC6A2ED0-7B15-4939-9694-436E9CDA8016}" destId="{DA067A55-AEC6-4187-A560-D4E0051663E4}" srcOrd="0" destOrd="0" presId="urn:microsoft.com/office/officeart/2005/8/layout/chevronAccent+Icon"/>
    <dgm:cxn modelId="{DEF5EE30-52CC-4D94-96A8-4626F972A9F4}" type="presParOf" srcId="{DA067A55-AEC6-4187-A560-D4E0051663E4}" destId="{249BBA3E-BF31-4EE4-B8F6-A7423E5FF3D0}" srcOrd="0" destOrd="0" presId="urn:microsoft.com/office/officeart/2005/8/layout/chevronAccent+Icon"/>
    <dgm:cxn modelId="{45D0383A-DBB8-4869-BF18-C509428B21B0}" type="presParOf" srcId="{DA067A55-AEC6-4187-A560-D4E0051663E4}" destId="{CB636782-1555-473C-8B33-D228A0CD7A35}" srcOrd="1" destOrd="0" presId="urn:microsoft.com/office/officeart/2005/8/layout/chevronAccent+Icon"/>
    <dgm:cxn modelId="{7D9E0905-D34D-4938-80BB-3CE435C2CF31}" type="presParOf" srcId="{AC6A2ED0-7B15-4939-9694-436E9CDA8016}" destId="{C9BC13C9-6B3E-4888-841A-800767AA73B6}" srcOrd="1" destOrd="0" presId="urn:microsoft.com/office/officeart/2005/8/layout/chevronAccent+Icon"/>
    <dgm:cxn modelId="{AC9FF110-8AC9-40F3-B75D-0236DBFC82D0}" type="presParOf" srcId="{AC6A2ED0-7B15-4939-9694-436E9CDA8016}" destId="{693452EC-A4AA-434B-A758-103CF36695A9}" srcOrd="2" destOrd="0" presId="urn:microsoft.com/office/officeart/2005/8/layout/chevronAccent+Icon"/>
    <dgm:cxn modelId="{747F6389-C580-498A-AFD0-72E82E146F3F}" type="presParOf" srcId="{693452EC-A4AA-434B-A758-103CF36695A9}" destId="{2FBCD924-0BCE-4607-9BD9-5AACC8B8BE33}" srcOrd="0" destOrd="0" presId="urn:microsoft.com/office/officeart/2005/8/layout/chevronAccent+Icon"/>
    <dgm:cxn modelId="{4B7E43EB-F5F5-4ECE-8943-2DF9FB0FB600}" type="presParOf" srcId="{693452EC-A4AA-434B-A758-103CF36695A9}" destId="{829819B4-9AA0-42D9-BE8B-EAC2BF21540D}" srcOrd="1" destOrd="0" presId="urn:microsoft.com/office/officeart/2005/8/layout/chevronAccent+Icon"/>
    <dgm:cxn modelId="{64406C2F-9F91-4DA4-B4AD-03E2839AE81C}" type="presParOf" srcId="{AC6A2ED0-7B15-4939-9694-436E9CDA8016}" destId="{7450492F-A767-4175-8702-84D76FB27E5A}" srcOrd="3" destOrd="0" presId="urn:microsoft.com/office/officeart/2005/8/layout/chevronAccent+Icon"/>
    <dgm:cxn modelId="{CF66F859-997A-47EA-9189-55D67BD2D061}" type="presParOf" srcId="{AC6A2ED0-7B15-4939-9694-436E9CDA8016}" destId="{E9C1D037-809E-4585-A977-CBBA8F625D1B}" srcOrd="4" destOrd="0" presId="urn:microsoft.com/office/officeart/2005/8/layout/chevronAccent+Icon"/>
    <dgm:cxn modelId="{5ACE3113-7E20-476C-A97A-961A16676B82}" type="presParOf" srcId="{E9C1D037-809E-4585-A977-CBBA8F625D1B}" destId="{037F81A4-8750-4079-8B51-A860D3DC72D5}" srcOrd="0" destOrd="0" presId="urn:microsoft.com/office/officeart/2005/8/layout/chevronAccent+Icon"/>
    <dgm:cxn modelId="{181598BC-1B0C-4C6A-99C7-41AB2EF0605F}" type="presParOf" srcId="{E9C1D037-809E-4585-A977-CBBA8F625D1B}" destId="{81EDFBE7-D9AC-4099-8EDE-2AB363073433}" srcOrd="1" destOrd="0" presId="urn:microsoft.com/office/officeart/2005/8/layout/chevronAccent+Icon"/>
    <dgm:cxn modelId="{0EC5F80D-902A-4F06-835E-A1D9B904E032}" type="presParOf" srcId="{AC6A2ED0-7B15-4939-9694-436E9CDA8016}" destId="{DA237FEA-7E57-459F-8ED8-6E276465D7E9}" srcOrd="5" destOrd="0" presId="urn:microsoft.com/office/officeart/2005/8/layout/chevronAccent+Icon"/>
    <dgm:cxn modelId="{D3FEF49F-6707-4F51-B037-E240268529FD}" type="presParOf" srcId="{AC6A2ED0-7B15-4939-9694-436E9CDA8016}" destId="{E3F6E9A3-1DAF-4200-9AF9-09DD206976CD}" srcOrd="6" destOrd="0" presId="urn:microsoft.com/office/officeart/2005/8/layout/chevronAccent+Icon"/>
    <dgm:cxn modelId="{4FDF7D95-BA0B-4EC3-B5F1-23AF97A549DA}" type="presParOf" srcId="{E3F6E9A3-1DAF-4200-9AF9-09DD206976CD}" destId="{D3E16470-2B48-4FDC-A181-B61825EC764A}" srcOrd="0" destOrd="0" presId="urn:microsoft.com/office/officeart/2005/8/layout/chevronAccent+Icon"/>
    <dgm:cxn modelId="{DBBD63E3-BD41-45A5-9A99-EBAE9882EBFA}" type="presParOf" srcId="{E3F6E9A3-1DAF-4200-9AF9-09DD206976CD}" destId="{1B5FE3DC-C5A2-46BB-AEC8-D7E81662898E}" srcOrd="1" destOrd="0" presId="urn:microsoft.com/office/officeart/2005/8/layout/chevronAccent+Icon"/>
    <dgm:cxn modelId="{778C526F-87C4-405B-BF50-212FC4205283}" type="presParOf" srcId="{AC6A2ED0-7B15-4939-9694-436E9CDA8016}" destId="{6E53D129-C11F-4D9A-AACD-B1935BA7E411}" srcOrd="7" destOrd="0" presId="urn:microsoft.com/office/officeart/2005/8/layout/chevronAccent+Icon"/>
    <dgm:cxn modelId="{64844605-5E1A-4297-8DE9-49E5B296CE39}" type="presParOf" srcId="{AC6A2ED0-7B15-4939-9694-436E9CDA8016}" destId="{BFB89691-3207-476B-AE81-238733D18468}" srcOrd="8" destOrd="0" presId="urn:microsoft.com/office/officeart/2005/8/layout/chevronAccent+Icon"/>
    <dgm:cxn modelId="{4D786363-F271-47C0-9652-C14268B6B99D}" type="presParOf" srcId="{BFB89691-3207-476B-AE81-238733D18468}" destId="{3FD36EAC-D3BE-4ECB-BEC4-6671B41D6C43}" srcOrd="0" destOrd="0" presId="urn:microsoft.com/office/officeart/2005/8/layout/chevronAccent+Icon"/>
    <dgm:cxn modelId="{88664037-9049-49F4-80C0-EE2EB93DEEC2}" type="presParOf" srcId="{BFB89691-3207-476B-AE81-238733D18468}" destId="{3D72E350-3DAE-457E-817A-3DDCF9352D78}" srcOrd="1" destOrd="0" presId="urn:microsoft.com/office/officeart/2005/8/layout/chevronAccent+Icon"/>
    <dgm:cxn modelId="{1E5CA55C-553E-420A-AA8A-A16B2E6B68F8}" type="presParOf" srcId="{AC6A2ED0-7B15-4939-9694-436E9CDA8016}" destId="{1961C520-A2F3-45E0-B83F-DA771256EABE}" srcOrd="9" destOrd="0" presId="urn:microsoft.com/office/officeart/2005/8/layout/chevronAccent+Icon"/>
    <dgm:cxn modelId="{0D419738-B88F-4F71-8E76-D9D51C0D069B}" type="presParOf" srcId="{AC6A2ED0-7B15-4939-9694-436E9CDA8016}" destId="{D5BFB29D-893B-47B0-B9A5-358ACF12BF9F}" srcOrd="10" destOrd="0" presId="urn:microsoft.com/office/officeart/2005/8/layout/chevronAccent+Icon"/>
    <dgm:cxn modelId="{0BD412F0-26AE-40E4-9F95-78978B27F01A}" type="presParOf" srcId="{D5BFB29D-893B-47B0-B9A5-358ACF12BF9F}" destId="{31B02BFE-5A62-4472-BF73-84FFA175E599}" srcOrd="0" destOrd="0" presId="urn:microsoft.com/office/officeart/2005/8/layout/chevronAccent+Icon"/>
    <dgm:cxn modelId="{032DB9CB-E467-453C-BBC1-753C7D9A07DB}" type="presParOf" srcId="{D5BFB29D-893B-47B0-B9A5-358ACF12BF9F}" destId="{ECFAAFC0-CAFD-4817-B9CE-A4F1483F5031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70C124-0334-4460-8098-6D23A90B28AC}" type="doc">
      <dgm:prSet loTypeId="urn:microsoft.com/office/officeart/2005/8/layout/chevronAccent+Icon" loCatId="process" qsTypeId="urn:microsoft.com/office/officeart/2005/8/quickstyle/simple3" qsCatId="simple" csTypeId="urn:microsoft.com/office/officeart/2005/8/colors/colorful4" csCatId="colorful" phldr="1"/>
      <dgm:spPr/>
    </dgm:pt>
    <dgm:pt modelId="{F3E67407-6023-44E7-B5F8-C451DAEBF9C9}">
      <dgm:prSet phldrT="[Text]" custT="1"/>
      <dgm:spPr/>
      <dgm:t>
        <a:bodyPr/>
        <a:lstStyle/>
        <a:p>
          <a:r>
            <a:rPr lang="en-US" sz="1500" b="0" dirty="0"/>
            <a:t>Sales Order</a:t>
          </a:r>
        </a:p>
      </dgm:t>
    </dgm:pt>
    <dgm:pt modelId="{66D7A3C1-3F5C-4028-A9E2-825AB873A17F}" type="parTrans" cxnId="{BEF13CFD-BD55-4F04-970D-EA404907DA43}">
      <dgm:prSet/>
      <dgm:spPr/>
      <dgm:t>
        <a:bodyPr/>
        <a:lstStyle/>
        <a:p>
          <a:endParaRPr lang="en-US" sz="1500" b="0"/>
        </a:p>
      </dgm:t>
    </dgm:pt>
    <dgm:pt modelId="{3C5A276C-BEE8-404A-AA2A-E345902446DC}" type="sibTrans" cxnId="{BEF13CFD-BD55-4F04-970D-EA404907DA43}">
      <dgm:prSet custT="1"/>
      <dgm:spPr/>
      <dgm:t>
        <a:bodyPr/>
        <a:lstStyle/>
        <a:p>
          <a:endParaRPr lang="en-US" sz="1500" b="0"/>
        </a:p>
      </dgm:t>
    </dgm:pt>
    <dgm:pt modelId="{3D30A00D-E00F-43AB-B3E0-99C1CF2EED54}">
      <dgm:prSet phldrT="[Text]" custT="1"/>
      <dgm:spPr/>
      <dgm:t>
        <a:bodyPr/>
        <a:lstStyle/>
        <a:p>
          <a:r>
            <a:rPr lang="en-US" sz="1500" b="0" dirty="0"/>
            <a:t>Invoice</a:t>
          </a:r>
        </a:p>
      </dgm:t>
    </dgm:pt>
    <dgm:pt modelId="{1062F016-A4F2-473F-A207-9785BBA7192B}" type="parTrans" cxnId="{02D5D415-711B-448E-99D2-AE3CE958C5C8}">
      <dgm:prSet/>
      <dgm:spPr/>
      <dgm:t>
        <a:bodyPr/>
        <a:lstStyle/>
        <a:p>
          <a:endParaRPr lang="en-US" sz="1500" b="0"/>
        </a:p>
      </dgm:t>
    </dgm:pt>
    <dgm:pt modelId="{CACCD54F-1923-40ED-B5F4-0E9550D7E44F}" type="sibTrans" cxnId="{02D5D415-711B-448E-99D2-AE3CE958C5C8}">
      <dgm:prSet custT="1"/>
      <dgm:spPr/>
      <dgm:t>
        <a:bodyPr/>
        <a:lstStyle/>
        <a:p>
          <a:endParaRPr lang="en-US" sz="1500" b="0"/>
        </a:p>
      </dgm:t>
    </dgm:pt>
    <dgm:pt modelId="{C040FA07-9B91-47E0-A196-2F386A140CB3}">
      <dgm:prSet phldrT="[Text]" custT="1"/>
      <dgm:spPr/>
      <dgm:t>
        <a:bodyPr/>
        <a:lstStyle/>
        <a:p>
          <a:r>
            <a:rPr lang="en-US" sz="1500" b="0" dirty="0"/>
            <a:t>AR/GL Process</a:t>
          </a:r>
        </a:p>
      </dgm:t>
    </dgm:pt>
    <dgm:pt modelId="{F5F56B4F-12D5-464D-9600-7A752EB46E32}" type="parTrans" cxnId="{65055AD9-F8C8-4C37-8ABC-79DC35C544DB}">
      <dgm:prSet/>
      <dgm:spPr/>
      <dgm:t>
        <a:bodyPr/>
        <a:lstStyle/>
        <a:p>
          <a:endParaRPr lang="en-US" sz="1500" b="0"/>
        </a:p>
      </dgm:t>
    </dgm:pt>
    <dgm:pt modelId="{8C0BDFBD-A16D-4E2D-9D47-06BAE034EEC1}" type="sibTrans" cxnId="{65055AD9-F8C8-4C37-8ABC-79DC35C544DB}">
      <dgm:prSet custT="1"/>
      <dgm:spPr/>
      <dgm:t>
        <a:bodyPr/>
        <a:lstStyle/>
        <a:p>
          <a:endParaRPr lang="en-US" sz="1500" b="0"/>
        </a:p>
      </dgm:t>
    </dgm:pt>
    <dgm:pt modelId="{6B809F98-E125-4174-B9B7-6CFD324F04B7}">
      <dgm:prSet phldrT="[Text]" custT="1"/>
      <dgm:spPr/>
      <dgm:t>
        <a:bodyPr/>
        <a:lstStyle/>
        <a:p>
          <a:r>
            <a:rPr lang="en-US" sz="1500" b="0" dirty="0"/>
            <a:t>Inventory Process</a:t>
          </a:r>
        </a:p>
      </dgm:t>
    </dgm:pt>
    <dgm:pt modelId="{05F35785-0141-404F-81CE-500ABD9D481D}" type="parTrans" cxnId="{7441A43F-1488-43E1-AE6A-E5B871C63208}">
      <dgm:prSet/>
      <dgm:spPr/>
      <dgm:t>
        <a:bodyPr/>
        <a:lstStyle/>
        <a:p>
          <a:endParaRPr lang="en-US" sz="1500" b="0"/>
        </a:p>
      </dgm:t>
    </dgm:pt>
    <dgm:pt modelId="{5EB59D0F-7E4A-4CB6-B378-2184B2EDA562}" type="sibTrans" cxnId="{7441A43F-1488-43E1-AE6A-E5B871C63208}">
      <dgm:prSet custT="1"/>
      <dgm:spPr/>
      <dgm:t>
        <a:bodyPr/>
        <a:lstStyle/>
        <a:p>
          <a:endParaRPr lang="en-US" sz="1500" b="0"/>
        </a:p>
      </dgm:t>
    </dgm:pt>
    <dgm:pt modelId="{B1BFEC2A-DAC4-4FBF-875D-D94D5D5D20CB}">
      <dgm:prSet phldrT="[Text]" custT="1"/>
      <dgm:spPr/>
      <dgm:t>
        <a:bodyPr/>
        <a:lstStyle/>
        <a:p>
          <a:r>
            <a:rPr lang="en-US" sz="1500" b="0"/>
            <a:t>Additional Invoice</a:t>
          </a:r>
          <a:endParaRPr lang="en-US" sz="1500" b="0" dirty="0"/>
        </a:p>
      </dgm:t>
    </dgm:pt>
    <dgm:pt modelId="{3F676C27-39C7-4F3E-92F6-2C2CDA8848AC}" type="parTrans" cxnId="{1758EBCD-FEA3-4F34-AE24-A7732AF015E5}">
      <dgm:prSet/>
      <dgm:spPr/>
      <dgm:t>
        <a:bodyPr/>
        <a:lstStyle/>
        <a:p>
          <a:endParaRPr lang="en-US" sz="1500" b="0"/>
        </a:p>
      </dgm:t>
    </dgm:pt>
    <dgm:pt modelId="{81D7BB71-7B33-4776-AD86-8E1205B8B018}" type="sibTrans" cxnId="{1758EBCD-FEA3-4F34-AE24-A7732AF015E5}">
      <dgm:prSet custT="1"/>
      <dgm:spPr/>
      <dgm:t>
        <a:bodyPr/>
        <a:lstStyle/>
        <a:p>
          <a:endParaRPr lang="en-US" sz="1500" b="0"/>
        </a:p>
      </dgm:t>
    </dgm:pt>
    <dgm:pt modelId="{AC6A2ED0-7B15-4939-9694-436E9CDA8016}" type="pres">
      <dgm:prSet presAssocID="{3470C124-0334-4460-8098-6D23A90B28AC}" presName="Name0" presStyleCnt="0">
        <dgm:presLayoutVars>
          <dgm:dir/>
          <dgm:resizeHandles val="exact"/>
        </dgm:presLayoutVars>
      </dgm:prSet>
      <dgm:spPr/>
    </dgm:pt>
    <dgm:pt modelId="{DA067A55-AEC6-4187-A560-D4E0051663E4}" type="pres">
      <dgm:prSet presAssocID="{F3E67407-6023-44E7-B5F8-C451DAEBF9C9}" presName="composite" presStyleCnt="0"/>
      <dgm:spPr/>
    </dgm:pt>
    <dgm:pt modelId="{249BBA3E-BF31-4EE4-B8F6-A7423E5FF3D0}" type="pres">
      <dgm:prSet presAssocID="{F3E67407-6023-44E7-B5F8-C451DAEBF9C9}" presName="bgChev" presStyleLbl="node1" presStyleIdx="0" presStyleCnt="5"/>
      <dgm:spPr/>
    </dgm:pt>
    <dgm:pt modelId="{CB636782-1555-473C-8B33-D228A0CD7A35}" type="pres">
      <dgm:prSet presAssocID="{F3E67407-6023-44E7-B5F8-C451DAEBF9C9}" presName="txNode" presStyleLbl="fgAcc1" presStyleIdx="0" presStyleCnt="5">
        <dgm:presLayoutVars>
          <dgm:bulletEnabled val="1"/>
        </dgm:presLayoutVars>
      </dgm:prSet>
      <dgm:spPr/>
    </dgm:pt>
    <dgm:pt modelId="{C9BC13C9-6B3E-4888-841A-800767AA73B6}" type="pres">
      <dgm:prSet presAssocID="{3C5A276C-BEE8-404A-AA2A-E345902446DC}" presName="compositeSpace" presStyleCnt="0"/>
      <dgm:spPr/>
    </dgm:pt>
    <dgm:pt modelId="{693452EC-A4AA-434B-A758-103CF36695A9}" type="pres">
      <dgm:prSet presAssocID="{3D30A00D-E00F-43AB-B3E0-99C1CF2EED54}" presName="composite" presStyleCnt="0"/>
      <dgm:spPr/>
    </dgm:pt>
    <dgm:pt modelId="{2FBCD924-0BCE-4607-9BD9-5AACC8B8BE33}" type="pres">
      <dgm:prSet presAssocID="{3D30A00D-E00F-43AB-B3E0-99C1CF2EED54}" presName="bgChev" presStyleLbl="node1" presStyleIdx="1" presStyleCnt="5"/>
      <dgm:spPr/>
    </dgm:pt>
    <dgm:pt modelId="{829819B4-9AA0-42D9-BE8B-EAC2BF21540D}" type="pres">
      <dgm:prSet presAssocID="{3D30A00D-E00F-43AB-B3E0-99C1CF2EED54}" presName="txNode" presStyleLbl="fgAcc1" presStyleIdx="1" presStyleCnt="5">
        <dgm:presLayoutVars>
          <dgm:bulletEnabled val="1"/>
        </dgm:presLayoutVars>
      </dgm:prSet>
      <dgm:spPr/>
    </dgm:pt>
    <dgm:pt modelId="{7450492F-A767-4175-8702-84D76FB27E5A}" type="pres">
      <dgm:prSet presAssocID="{CACCD54F-1923-40ED-B5F4-0E9550D7E44F}" presName="compositeSpace" presStyleCnt="0"/>
      <dgm:spPr/>
    </dgm:pt>
    <dgm:pt modelId="{E3F6E9A3-1DAF-4200-9AF9-09DD206976CD}" type="pres">
      <dgm:prSet presAssocID="{B1BFEC2A-DAC4-4FBF-875D-D94D5D5D20CB}" presName="composite" presStyleCnt="0"/>
      <dgm:spPr/>
    </dgm:pt>
    <dgm:pt modelId="{D3E16470-2B48-4FDC-A181-B61825EC764A}" type="pres">
      <dgm:prSet presAssocID="{B1BFEC2A-DAC4-4FBF-875D-D94D5D5D20CB}" presName="bgChev" presStyleLbl="node1" presStyleIdx="2" presStyleCnt="5"/>
      <dgm:spPr/>
    </dgm:pt>
    <dgm:pt modelId="{1B5FE3DC-C5A2-46BB-AEC8-D7E81662898E}" type="pres">
      <dgm:prSet presAssocID="{B1BFEC2A-DAC4-4FBF-875D-D94D5D5D20CB}" presName="txNode" presStyleLbl="fgAcc1" presStyleIdx="2" presStyleCnt="5">
        <dgm:presLayoutVars>
          <dgm:bulletEnabled val="1"/>
        </dgm:presLayoutVars>
      </dgm:prSet>
      <dgm:spPr/>
    </dgm:pt>
    <dgm:pt modelId="{6E53D129-C11F-4D9A-AACD-B1935BA7E411}" type="pres">
      <dgm:prSet presAssocID="{81D7BB71-7B33-4776-AD86-8E1205B8B018}" presName="compositeSpace" presStyleCnt="0"/>
      <dgm:spPr/>
    </dgm:pt>
    <dgm:pt modelId="{F045BB3A-9778-43D7-8EB9-46D899CB662F}" type="pres">
      <dgm:prSet presAssocID="{6B809F98-E125-4174-B9B7-6CFD324F04B7}" presName="composite" presStyleCnt="0"/>
      <dgm:spPr/>
    </dgm:pt>
    <dgm:pt modelId="{8B697956-F127-4785-A309-567A6580566D}" type="pres">
      <dgm:prSet presAssocID="{6B809F98-E125-4174-B9B7-6CFD324F04B7}" presName="bgChev" presStyleLbl="node1" presStyleIdx="3" presStyleCnt="5"/>
      <dgm:spPr/>
    </dgm:pt>
    <dgm:pt modelId="{3104A151-54CB-416A-B888-F93B4CAE7FB6}" type="pres">
      <dgm:prSet presAssocID="{6B809F98-E125-4174-B9B7-6CFD324F04B7}" presName="txNode" presStyleLbl="fgAcc1" presStyleIdx="3" presStyleCnt="5">
        <dgm:presLayoutVars>
          <dgm:bulletEnabled val="1"/>
        </dgm:presLayoutVars>
      </dgm:prSet>
      <dgm:spPr/>
    </dgm:pt>
    <dgm:pt modelId="{AB1DB44F-126F-42F5-9E0C-8F49F54F35E5}" type="pres">
      <dgm:prSet presAssocID="{5EB59D0F-7E4A-4CB6-B378-2184B2EDA562}" presName="compositeSpace" presStyleCnt="0"/>
      <dgm:spPr/>
    </dgm:pt>
    <dgm:pt modelId="{D5BFB29D-893B-47B0-B9A5-358ACF12BF9F}" type="pres">
      <dgm:prSet presAssocID="{C040FA07-9B91-47E0-A196-2F386A140CB3}" presName="composite" presStyleCnt="0"/>
      <dgm:spPr/>
    </dgm:pt>
    <dgm:pt modelId="{31B02BFE-5A62-4472-BF73-84FFA175E599}" type="pres">
      <dgm:prSet presAssocID="{C040FA07-9B91-47E0-A196-2F386A140CB3}" presName="bgChev" presStyleLbl="node1" presStyleIdx="4" presStyleCnt="5"/>
      <dgm:spPr/>
    </dgm:pt>
    <dgm:pt modelId="{ECFAAFC0-CAFD-4817-B9CE-A4F1483F5031}" type="pres">
      <dgm:prSet presAssocID="{C040FA07-9B91-47E0-A196-2F386A140CB3}" presName="txNode" presStyleLbl="fgAcc1" presStyleIdx="4" presStyleCnt="5">
        <dgm:presLayoutVars>
          <dgm:bulletEnabled val="1"/>
        </dgm:presLayoutVars>
      </dgm:prSet>
      <dgm:spPr/>
    </dgm:pt>
  </dgm:ptLst>
  <dgm:cxnLst>
    <dgm:cxn modelId="{02D5D415-711B-448E-99D2-AE3CE958C5C8}" srcId="{3470C124-0334-4460-8098-6D23A90B28AC}" destId="{3D30A00D-E00F-43AB-B3E0-99C1CF2EED54}" srcOrd="1" destOrd="0" parTransId="{1062F016-A4F2-473F-A207-9785BBA7192B}" sibTransId="{CACCD54F-1923-40ED-B5F4-0E9550D7E44F}"/>
    <dgm:cxn modelId="{67866719-4D2E-422F-95D2-746446DA350B}" type="presOf" srcId="{3D30A00D-E00F-43AB-B3E0-99C1CF2EED54}" destId="{829819B4-9AA0-42D9-BE8B-EAC2BF21540D}" srcOrd="0" destOrd="0" presId="urn:microsoft.com/office/officeart/2005/8/layout/chevronAccent+Icon"/>
    <dgm:cxn modelId="{8B80E134-C709-4E28-B394-DEA57B0329CC}" type="presOf" srcId="{C040FA07-9B91-47E0-A196-2F386A140CB3}" destId="{ECFAAFC0-CAFD-4817-B9CE-A4F1483F5031}" srcOrd="0" destOrd="0" presId="urn:microsoft.com/office/officeart/2005/8/layout/chevronAccent+Icon"/>
    <dgm:cxn modelId="{7441A43F-1488-43E1-AE6A-E5B871C63208}" srcId="{3470C124-0334-4460-8098-6D23A90B28AC}" destId="{6B809F98-E125-4174-B9B7-6CFD324F04B7}" srcOrd="3" destOrd="0" parTransId="{05F35785-0141-404F-81CE-500ABD9D481D}" sibTransId="{5EB59D0F-7E4A-4CB6-B378-2184B2EDA562}"/>
    <dgm:cxn modelId="{0039557F-606A-4A2F-A874-87F2178C177A}" type="presOf" srcId="{B1BFEC2A-DAC4-4FBF-875D-D94D5D5D20CB}" destId="{1B5FE3DC-C5A2-46BB-AEC8-D7E81662898E}" srcOrd="0" destOrd="0" presId="urn:microsoft.com/office/officeart/2005/8/layout/chevronAccent+Icon"/>
    <dgm:cxn modelId="{135C4790-2EBA-4B82-B205-10069412F3D9}" type="presOf" srcId="{3470C124-0334-4460-8098-6D23A90B28AC}" destId="{AC6A2ED0-7B15-4939-9694-436E9CDA8016}" srcOrd="0" destOrd="0" presId="urn:microsoft.com/office/officeart/2005/8/layout/chevronAccent+Icon"/>
    <dgm:cxn modelId="{CF43B2BF-BE4C-4108-BACB-95677FFF169C}" type="presOf" srcId="{6B809F98-E125-4174-B9B7-6CFD324F04B7}" destId="{3104A151-54CB-416A-B888-F93B4CAE7FB6}" srcOrd="0" destOrd="0" presId="urn:microsoft.com/office/officeart/2005/8/layout/chevronAccent+Icon"/>
    <dgm:cxn modelId="{1758EBCD-FEA3-4F34-AE24-A7732AF015E5}" srcId="{3470C124-0334-4460-8098-6D23A90B28AC}" destId="{B1BFEC2A-DAC4-4FBF-875D-D94D5D5D20CB}" srcOrd="2" destOrd="0" parTransId="{3F676C27-39C7-4F3E-92F6-2C2CDA8848AC}" sibTransId="{81D7BB71-7B33-4776-AD86-8E1205B8B018}"/>
    <dgm:cxn modelId="{170955D8-0A7F-457F-ABA3-40FA83763887}" type="presOf" srcId="{F3E67407-6023-44E7-B5F8-C451DAEBF9C9}" destId="{CB636782-1555-473C-8B33-D228A0CD7A35}" srcOrd="0" destOrd="0" presId="urn:microsoft.com/office/officeart/2005/8/layout/chevronAccent+Icon"/>
    <dgm:cxn modelId="{65055AD9-F8C8-4C37-8ABC-79DC35C544DB}" srcId="{3470C124-0334-4460-8098-6D23A90B28AC}" destId="{C040FA07-9B91-47E0-A196-2F386A140CB3}" srcOrd="4" destOrd="0" parTransId="{F5F56B4F-12D5-464D-9600-7A752EB46E32}" sibTransId="{8C0BDFBD-A16D-4E2D-9D47-06BAE034EEC1}"/>
    <dgm:cxn modelId="{BEF13CFD-BD55-4F04-970D-EA404907DA43}" srcId="{3470C124-0334-4460-8098-6D23A90B28AC}" destId="{F3E67407-6023-44E7-B5F8-C451DAEBF9C9}" srcOrd="0" destOrd="0" parTransId="{66D7A3C1-3F5C-4028-A9E2-825AB873A17F}" sibTransId="{3C5A276C-BEE8-404A-AA2A-E345902446DC}"/>
    <dgm:cxn modelId="{2AE9B25A-4CEB-4388-9466-10FF69ED353F}" type="presParOf" srcId="{AC6A2ED0-7B15-4939-9694-436E9CDA8016}" destId="{DA067A55-AEC6-4187-A560-D4E0051663E4}" srcOrd="0" destOrd="0" presId="urn:microsoft.com/office/officeart/2005/8/layout/chevronAccent+Icon"/>
    <dgm:cxn modelId="{DEF5EE30-52CC-4D94-96A8-4626F972A9F4}" type="presParOf" srcId="{DA067A55-AEC6-4187-A560-D4E0051663E4}" destId="{249BBA3E-BF31-4EE4-B8F6-A7423E5FF3D0}" srcOrd="0" destOrd="0" presId="urn:microsoft.com/office/officeart/2005/8/layout/chevronAccent+Icon"/>
    <dgm:cxn modelId="{45D0383A-DBB8-4869-BF18-C509428B21B0}" type="presParOf" srcId="{DA067A55-AEC6-4187-A560-D4E0051663E4}" destId="{CB636782-1555-473C-8B33-D228A0CD7A35}" srcOrd="1" destOrd="0" presId="urn:microsoft.com/office/officeart/2005/8/layout/chevronAccent+Icon"/>
    <dgm:cxn modelId="{7D9E0905-D34D-4938-80BB-3CE435C2CF31}" type="presParOf" srcId="{AC6A2ED0-7B15-4939-9694-436E9CDA8016}" destId="{C9BC13C9-6B3E-4888-841A-800767AA73B6}" srcOrd="1" destOrd="0" presId="urn:microsoft.com/office/officeart/2005/8/layout/chevronAccent+Icon"/>
    <dgm:cxn modelId="{AC9FF110-8AC9-40F3-B75D-0236DBFC82D0}" type="presParOf" srcId="{AC6A2ED0-7B15-4939-9694-436E9CDA8016}" destId="{693452EC-A4AA-434B-A758-103CF36695A9}" srcOrd="2" destOrd="0" presId="urn:microsoft.com/office/officeart/2005/8/layout/chevronAccent+Icon"/>
    <dgm:cxn modelId="{747F6389-C580-498A-AFD0-72E82E146F3F}" type="presParOf" srcId="{693452EC-A4AA-434B-A758-103CF36695A9}" destId="{2FBCD924-0BCE-4607-9BD9-5AACC8B8BE33}" srcOrd="0" destOrd="0" presId="urn:microsoft.com/office/officeart/2005/8/layout/chevronAccent+Icon"/>
    <dgm:cxn modelId="{4B7E43EB-F5F5-4ECE-8943-2DF9FB0FB600}" type="presParOf" srcId="{693452EC-A4AA-434B-A758-103CF36695A9}" destId="{829819B4-9AA0-42D9-BE8B-EAC2BF21540D}" srcOrd="1" destOrd="0" presId="urn:microsoft.com/office/officeart/2005/8/layout/chevronAccent+Icon"/>
    <dgm:cxn modelId="{64406C2F-9F91-4DA4-B4AD-03E2839AE81C}" type="presParOf" srcId="{AC6A2ED0-7B15-4939-9694-436E9CDA8016}" destId="{7450492F-A767-4175-8702-84D76FB27E5A}" srcOrd="3" destOrd="0" presId="urn:microsoft.com/office/officeart/2005/8/layout/chevronAccent+Icon"/>
    <dgm:cxn modelId="{D3FEF49F-6707-4F51-B037-E240268529FD}" type="presParOf" srcId="{AC6A2ED0-7B15-4939-9694-436E9CDA8016}" destId="{E3F6E9A3-1DAF-4200-9AF9-09DD206976CD}" srcOrd="4" destOrd="0" presId="urn:microsoft.com/office/officeart/2005/8/layout/chevronAccent+Icon"/>
    <dgm:cxn modelId="{4FDF7D95-BA0B-4EC3-B5F1-23AF97A549DA}" type="presParOf" srcId="{E3F6E9A3-1DAF-4200-9AF9-09DD206976CD}" destId="{D3E16470-2B48-4FDC-A181-B61825EC764A}" srcOrd="0" destOrd="0" presId="urn:microsoft.com/office/officeart/2005/8/layout/chevronAccent+Icon"/>
    <dgm:cxn modelId="{DBBD63E3-BD41-45A5-9A99-EBAE9882EBFA}" type="presParOf" srcId="{E3F6E9A3-1DAF-4200-9AF9-09DD206976CD}" destId="{1B5FE3DC-C5A2-46BB-AEC8-D7E81662898E}" srcOrd="1" destOrd="0" presId="urn:microsoft.com/office/officeart/2005/8/layout/chevronAccent+Icon"/>
    <dgm:cxn modelId="{778C526F-87C4-405B-BF50-212FC4205283}" type="presParOf" srcId="{AC6A2ED0-7B15-4939-9694-436E9CDA8016}" destId="{6E53D129-C11F-4D9A-AACD-B1935BA7E411}" srcOrd="5" destOrd="0" presId="urn:microsoft.com/office/officeart/2005/8/layout/chevronAccent+Icon"/>
    <dgm:cxn modelId="{6C25A9B3-FD86-47FE-AD47-E18C6F869486}" type="presParOf" srcId="{AC6A2ED0-7B15-4939-9694-436E9CDA8016}" destId="{F045BB3A-9778-43D7-8EB9-46D899CB662F}" srcOrd="6" destOrd="0" presId="urn:microsoft.com/office/officeart/2005/8/layout/chevronAccent+Icon"/>
    <dgm:cxn modelId="{55CDCA54-AC4F-4482-8AC8-CD371FEA11E1}" type="presParOf" srcId="{F045BB3A-9778-43D7-8EB9-46D899CB662F}" destId="{8B697956-F127-4785-A309-567A6580566D}" srcOrd="0" destOrd="0" presId="urn:microsoft.com/office/officeart/2005/8/layout/chevronAccent+Icon"/>
    <dgm:cxn modelId="{5A949B8F-9B5F-4C37-AB26-1791CBC8CF17}" type="presParOf" srcId="{F045BB3A-9778-43D7-8EB9-46D899CB662F}" destId="{3104A151-54CB-416A-B888-F93B4CAE7FB6}" srcOrd="1" destOrd="0" presId="urn:microsoft.com/office/officeart/2005/8/layout/chevronAccent+Icon"/>
    <dgm:cxn modelId="{99F1DAD8-CA15-4941-8BE8-87AF1E122335}" type="presParOf" srcId="{AC6A2ED0-7B15-4939-9694-436E9CDA8016}" destId="{AB1DB44F-126F-42F5-9E0C-8F49F54F35E5}" srcOrd="7" destOrd="0" presId="urn:microsoft.com/office/officeart/2005/8/layout/chevronAccent+Icon"/>
    <dgm:cxn modelId="{0D419738-B88F-4F71-8E76-D9D51C0D069B}" type="presParOf" srcId="{AC6A2ED0-7B15-4939-9694-436E9CDA8016}" destId="{D5BFB29D-893B-47B0-B9A5-358ACF12BF9F}" srcOrd="8" destOrd="0" presId="urn:microsoft.com/office/officeart/2005/8/layout/chevronAccent+Icon"/>
    <dgm:cxn modelId="{0BD412F0-26AE-40E4-9F95-78978B27F01A}" type="presParOf" srcId="{D5BFB29D-893B-47B0-B9A5-358ACF12BF9F}" destId="{31B02BFE-5A62-4472-BF73-84FFA175E599}" srcOrd="0" destOrd="0" presId="urn:microsoft.com/office/officeart/2005/8/layout/chevronAccent+Icon"/>
    <dgm:cxn modelId="{032DB9CB-E467-453C-BBC1-753C7D9A07DB}" type="presParOf" srcId="{D5BFB29D-893B-47B0-B9A5-358ACF12BF9F}" destId="{ECFAAFC0-CAFD-4817-B9CE-A4F1483F5031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pyramid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pPr algn="l"/>
          <a:r>
            <a:rPr lang="en-US" sz="1500" dirty="0"/>
            <a:t>Sales orders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pPr algn="l"/>
          <a:endParaRPr lang="en-US" sz="15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pPr algn="l"/>
          <a:endParaRPr lang="en-US" sz="1500"/>
        </a:p>
      </dgm:t>
    </dgm:pt>
    <dgm:pt modelId="{0D56F3A5-DD34-48D6-BD18-0A6368594101}">
      <dgm:prSet custT="1"/>
      <dgm:spPr/>
      <dgm:t>
        <a:bodyPr/>
        <a:lstStyle/>
        <a:p>
          <a:pPr algn="l"/>
          <a:r>
            <a:rPr lang="en-US" sz="1500" dirty="0"/>
            <a:t>Item pricing</a:t>
          </a:r>
        </a:p>
      </dgm:t>
    </dgm:pt>
    <dgm:pt modelId="{E489BE44-8918-4B6A-B8F9-A40A8D3FE3D2}" type="parTrans" cxnId="{5D4F1605-C379-458D-9F80-1A447F3B5D2B}">
      <dgm:prSet/>
      <dgm:spPr/>
      <dgm:t>
        <a:bodyPr/>
        <a:lstStyle/>
        <a:p>
          <a:pPr algn="l"/>
          <a:endParaRPr lang="en-US" sz="1500"/>
        </a:p>
      </dgm:t>
    </dgm:pt>
    <dgm:pt modelId="{E1DE6AD7-F27D-4D4D-B437-C34D30539012}" type="sibTrans" cxnId="{5D4F1605-C379-458D-9F80-1A447F3B5D2B}">
      <dgm:prSet/>
      <dgm:spPr/>
      <dgm:t>
        <a:bodyPr/>
        <a:lstStyle/>
        <a:p>
          <a:pPr algn="l"/>
          <a:endParaRPr lang="en-US" sz="1500"/>
        </a:p>
      </dgm:t>
    </dgm:pt>
    <dgm:pt modelId="{A90EFEC8-B235-4759-AC3A-50B30F6D1A57}">
      <dgm:prSet custT="1"/>
      <dgm:spPr/>
      <dgm:t>
        <a:bodyPr/>
        <a:lstStyle/>
        <a:p>
          <a:pPr algn="l"/>
          <a:r>
            <a:rPr lang="en-US" sz="1500" dirty="0"/>
            <a:t>Undelivery report</a:t>
          </a:r>
        </a:p>
      </dgm:t>
    </dgm:pt>
    <dgm:pt modelId="{8F73BE15-8903-4DE5-9A0D-32AB55FCF12F}" type="parTrans" cxnId="{F2853A2E-4AC2-4B77-A93E-D330465FA184}">
      <dgm:prSet/>
      <dgm:spPr/>
      <dgm:t>
        <a:bodyPr/>
        <a:lstStyle/>
        <a:p>
          <a:pPr algn="l"/>
          <a:endParaRPr lang="en-US" sz="1500"/>
        </a:p>
      </dgm:t>
    </dgm:pt>
    <dgm:pt modelId="{3C1D45B6-B8CF-4D14-A0BA-6576D4BDA12B}" type="sibTrans" cxnId="{F2853A2E-4AC2-4B77-A93E-D330465FA184}">
      <dgm:prSet/>
      <dgm:spPr/>
      <dgm:t>
        <a:bodyPr/>
        <a:lstStyle/>
        <a:p>
          <a:pPr algn="l"/>
          <a:endParaRPr lang="en-US" sz="1500"/>
        </a:p>
      </dgm:t>
    </dgm:pt>
    <dgm:pt modelId="{45C5DD06-F3F0-417C-B6CC-9CBB4C8A9EBA}">
      <dgm:prSet phldrT="[Text]" custT="1"/>
      <dgm:spPr/>
      <dgm:t>
        <a:bodyPr/>
        <a:lstStyle/>
        <a:p>
          <a:pPr algn="l"/>
          <a:r>
            <a:rPr lang="en-US" sz="1500" dirty="0"/>
            <a:t>Invoicing options</a:t>
          </a:r>
        </a:p>
      </dgm:t>
    </dgm:pt>
    <dgm:pt modelId="{D5D6E0B6-D9AE-47E0-82DA-F83D12B97D24}" type="parTrans" cxnId="{580C89BE-A1CE-435D-A0B3-D35CDC1B4583}">
      <dgm:prSet/>
      <dgm:spPr/>
      <dgm:t>
        <a:bodyPr/>
        <a:lstStyle/>
        <a:p>
          <a:endParaRPr lang="en-US"/>
        </a:p>
      </dgm:t>
    </dgm:pt>
    <dgm:pt modelId="{F8978321-28A0-49BE-B29F-D98A640DB52F}" type="sibTrans" cxnId="{580C89BE-A1CE-435D-A0B3-D35CDC1B4583}">
      <dgm:prSet/>
      <dgm:spPr/>
      <dgm:t>
        <a:bodyPr/>
        <a:lstStyle/>
        <a:p>
          <a:endParaRPr lang="en-US"/>
        </a:p>
      </dgm:t>
    </dgm:pt>
    <dgm:pt modelId="{5354D9FE-9A64-4906-A243-132FE9A15DC4}">
      <dgm:prSet phldrT="[Text]" custT="1"/>
      <dgm:spPr/>
      <dgm:t>
        <a:bodyPr/>
        <a:lstStyle/>
        <a:p>
          <a:pPr algn="l"/>
          <a:r>
            <a:rPr lang="en-US" sz="1500"/>
            <a:t>Quick Invoice</a:t>
          </a:r>
          <a:endParaRPr lang="en-US" sz="1500" dirty="0"/>
        </a:p>
      </dgm:t>
    </dgm:pt>
    <dgm:pt modelId="{88F0A1A6-0A89-42AA-9A69-793DAB014C9F}" type="parTrans" cxnId="{8948F332-A58F-427D-AF0D-3082A980DC05}">
      <dgm:prSet/>
      <dgm:spPr/>
      <dgm:t>
        <a:bodyPr/>
        <a:lstStyle/>
        <a:p>
          <a:endParaRPr lang="en-US"/>
        </a:p>
      </dgm:t>
    </dgm:pt>
    <dgm:pt modelId="{3B1955BC-6077-4915-A6F6-89EA0E04D565}" type="sibTrans" cxnId="{8948F332-A58F-427D-AF0D-3082A980DC05}">
      <dgm:prSet/>
      <dgm:spPr/>
      <dgm:t>
        <a:bodyPr/>
        <a:lstStyle/>
        <a:p>
          <a:endParaRPr lang="en-US"/>
        </a:p>
      </dgm:t>
    </dgm:pt>
    <dgm:pt modelId="{FBB9D75F-E8CB-4560-A22C-5C0025240FB3}" type="pres">
      <dgm:prSet presAssocID="{6590A677-2857-4BBD-88C5-B8C751448989}" presName="compositeShape" presStyleCnt="0">
        <dgm:presLayoutVars>
          <dgm:dir/>
          <dgm:resizeHandles/>
        </dgm:presLayoutVars>
      </dgm:prSet>
      <dgm:spPr/>
    </dgm:pt>
    <dgm:pt modelId="{5BDA677E-30B7-43A8-BEDF-0CB4371FE84E}" type="pres">
      <dgm:prSet presAssocID="{6590A677-2857-4BBD-88C5-B8C751448989}" presName="pyramid" presStyleLbl="node1" presStyleIdx="0" presStyleCnt="1"/>
      <dgm:spPr/>
    </dgm:pt>
    <dgm:pt modelId="{A7F74584-C3F0-4080-A275-1FE874B3930D}" type="pres">
      <dgm:prSet presAssocID="{6590A677-2857-4BBD-88C5-B8C751448989}" presName="theList" presStyleCnt="0"/>
      <dgm:spPr/>
    </dgm:pt>
    <dgm:pt modelId="{98FA7CEF-9C5C-4CCD-8895-61EC65EFB047}" type="pres">
      <dgm:prSet presAssocID="{8822DDF5-47F2-4FCE-A855-07AD9BA5B704}" presName="aNode" presStyleLbl="fgAcc1" presStyleIdx="0" presStyleCnt="5">
        <dgm:presLayoutVars>
          <dgm:bulletEnabled val="1"/>
        </dgm:presLayoutVars>
      </dgm:prSet>
      <dgm:spPr/>
    </dgm:pt>
    <dgm:pt modelId="{5CD76072-B361-4A65-916B-D88823D415EC}" type="pres">
      <dgm:prSet presAssocID="{8822DDF5-47F2-4FCE-A855-07AD9BA5B704}" presName="aSpace" presStyleCnt="0"/>
      <dgm:spPr/>
    </dgm:pt>
    <dgm:pt modelId="{754214F8-5F80-43FB-BDFC-D94E267C4D9C}" type="pres">
      <dgm:prSet presAssocID="{45C5DD06-F3F0-417C-B6CC-9CBB4C8A9EBA}" presName="aNode" presStyleLbl="fgAcc1" presStyleIdx="1" presStyleCnt="5">
        <dgm:presLayoutVars>
          <dgm:bulletEnabled val="1"/>
        </dgm:presLayoutVars>
      </dgm:prSet>
      <dgm:spPr/>
    </dgm:pt>
    <dgm:pt modelId="{C30CBEA5-412D-4536-BA00-7C5D06140698}" type="pres">
      <dgm:prSet presAssocID="{45C5DD06-F3F0-417C-B6CC-9CBB4C8A9EBA}" presName="aSpace" presStyleCnt="0"/>
      <dgm:spPr/>
    </dgm:pt>
    <dgm:pt modelId="{55B76474-8F8B-4AAA-AF1C-0FD13627AF9F}" type="pres">
      <dgm:prSet presAssocID="{5354D9FE-9A64-4906-A243-132FE9A15DC4}" presName="aNode" presStyleLbl="fgAcc1" presStyleIdx="2" presStyleCnt="5">
        <dgm:presLayoutVars>
          <dgm:bulletEnabled val="1"/>
        </dgm:presLayoutVars>
      </dgm:prSet>
      <dgm:spPr/>
    </dgm:pt>
    <dgm:pt modelId="{46882FAD-CCFD-4A0D-8363-A04F6650C9E9}" type="pres">
      <dgm:prSet presAssocID="{5354D9FE-9A64-4906-A243-132FE9A15DC4}" presName="aSpace" presStyleCnt="0"/>
      <dgm:spPr/>
    </dgm:pt>
    <dgm:pt modelId="{E9A91B6E-5DF4-426E-B904-A234E4C0D801}" type="pres">
      <dgm:prSet presAssocID="{0D56F3A5-DD34-48D6-BD18-0A6368594101}" presName="aNode" presStyleLbl="fgAcc1" presStyleIdx="3" presStyleCnt="5">
        <dgm:presLayoutVars>
          <dgm:bulletEnabled val="1"/>
        </dgm:presLayoutVars>
      </dgm:prSet>
      <dgm:spPr/>
    </dgm:pt>
    <dgm:pt modelId="{051951E3-C011-47AE-9D89-0158199F73C5}" type="pres">
      <dgm:prSet presAssocID="{0D56F3A5-DD34-48D6-BD18-0A6368594101}" presName="aSpace" presStyleCnt="0"/>
      <dgm:spPr/>
    </dgm:pt>
    <dgm:pt modelId="{4AAA577F-5C34-4E5C-8C07-247B9D6B27B8}" type="pres">
      <dgm:prSet presAssocID="{A90EFEC8-B235-4759-AC3A-50B30F6D1A57}" presName="aNode" presStyleLbl="fgAcc1" presStyleIdx="4" presStyleCnt="5">
        <dgm:presLayoutVars>
          <dgm:bulletEnabled val="1"/>
        </dgm:presLayoutVars>
      </dgm:prSet>
      <dgm:spPr/>
    </dgm:pt>
    <dgm:pt modelId="{A96A881D-4701-4750-86E0-88CDF8C2A5E4}" type="pres">
      <dgm:prSet presAssocID="{A90EFEC8-B235-4759-AC3A-50B30F6D1A57}" presName="aSpace" presStyleCnt="0"/>
      <dgm:spPr/>
    </dgm:pt>
  </dgm:ptLst>
  <dgm:cxnLst>
    <dgm:cxn modelId="{5D4F1605-C379-458D-9F80-1A447F3B5D2B}" srcId="{6590A677-2857-4BBD-88C5-B8C751448989}" destId="{0D56F3A5-DD34-48D6-BD18-0A6368594101}" srcOrd="3" destOrd="0" parTransId="{E489BE44-8918-4B6A-B8F9-A40A8D3FE3D2}" sibTransId="{E1DE6AD7-F27D-4D4D-B437-C34D30539012}"/>
    <dgm:cxn modelId="{F43DCB07-2049-4BB2-9F50-82E8C274E50F}" type="presOf" srcId="{6590A677-2857-4BBD-88C5-B8C751448989}" destId="{FBB9D75F-E8CB-4560-A22C-5C0025240FB3}" srcOrd="0" destOrd="0" presId="urn:microsoft.com/office/officeart/2005/8/layout/pyramid2"/>
    <dgm:cxn modelId="{F2853A2E-4AC2-4B77-A93E-D330465FA184}" srcId="{6590A677-2857-4BBD-88C5-B8C751448989}" destId="{A90EFEC8-B235-4759-AC3A-50B30F6D1A57}" srcOrd="4" destOrd="0" parTransId="{8F73BE15-8903-4DE5-9A0D-32AB55FCF12F}" sibTransId="{3C1D45B6-B8CF-4D14-A0BA-6576D4BDA12B}"/>
    <dgm:cxn modelId="{8948F332-A58F-427D-AF0D-3082A980DC05}" srcId="{6590A677-2857-4BBD-88C5-B8C751448989}" destId="{5354D9FE-9A64-4906-A243-132FE9A15DC4}" srcOrd="2" destOrd="0" parTransId="{88F0A1A6-0A89-42AA-9A69-793DAB014C9F}" sibTransId="{3B1955BC-6077-4915-A6F6-89EA0E04D565}"/>
    <dgm:cxn modelId="{5854615E-6882-4DE8-81D0-17CF73738AEF}" type="presOf" srcId="{0D56F3A5-DD34-48D6-BD18-0A6368594101}" destId="{E9A91B6E-5DF4-426E-B904-A234E4C0D801}" srcOrd="0" destOrd="0" presId="urn:microsoft.com/office/officeart/2005/8/layout/pyramid2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C147967A-84F4-4A35-85DE-842F20057B90}" type="presOf" srcId="{45C5DD06-F3F0-417C-B6CC-9CBB4C8A9EBA}" destId="{754214F8-5F80-43FB-BDFC-D94E267C4D9C}" srcOrd="0" destOrd="0" presId="urn:microsoft.com/office/officeart/2005/8/layout/pyramid2"/>
    <dgm:cxn modelId="{580C89BE-A1CE-435D-A0B3-D35CDC1B4583}" srcId="{6590A677-2857-4BBD-88C5-B8C751448989}" destId="{45C5DD06-F3F0-417C-B6CC-9CBB4C8A9EBA}" srcOrd="1" destOrd="0" parTransId="{D5D6E0B6-D9AE-47E0-82DA-F83D12B97D24}" sibTransId="{F8978321-28A0-49BE-B29F-D98A640DB52F}"/>
    <dgm:cxn modelId="{F653A4D0-5FC0-427C-B090-0211D3C3C488}" type="presOf" srcId="{A90EFEC8-B235-4759-AC3A-50B30F6D1A57}" destId="{4AAA577F-5C34-4E5C-8C07-247B9D6B27B8}" srcOrd="0" destOrd="0" presId="urn:microsoft.com/office/officeart/2005/8/layout/pyramid2"/>
    <dgm:cxn modelId="{C47EDFD0-ACD3-49C9-9969-C2EFCB7CDF4D}" type="presOf" srcId="{8822DDF5-47F2-4FCE-A855-07AD9BA5B704}" destId="{98FA7CEF-9C5C-4CCD-8895-61EC65EFB047}" srcOrd="0" destOrd="0" presId="urn:microsoft.com/office/officeart/2005/8/layout/pyramid2"/>
    <dgm:cxn modelId="{03410BF3-0496-4391-8E83-55EDA412E236}" type="presOf" srcId="{5354D9FE-9A64-4906-A243-132FE9A15DC4}" destId="{55B76474-8F8B-4AAA-AF1C-0FD13627AF9F}" srcOrd="0" destOrd="0" presId="urn:microsoft.com/office/officeart/2005/8/layout/pyramid2"/>
    <dgm:cxn modelId="{710C59C3-4F59-4C74-AE81-8779FA2246C9}" type="presParOf" srcId="{FBB9D75F-E8CB-4560-A22C-5C0025240FB3}" destId="{5BDA677E-30B7-43A8-BEDF-0CB4371FE84E}" srcOrd="0" destOrd="0" presId="urn:microsoft.com/office/officeart/2005/8/layout/pyramid2"/>
    <dgm:cxn modelId="{C9420F60-D005-4F08-A473-1E38BC4D3132}" type="presParOf" srcId="{FBB9D75F-E8CB-4560-A22C-5C0025240FB3}" destId="{A7F74584-C3F0-4080-A275-1FE874B3930D}" srcOrd="1" destOrd="0" presId="urn:microsoft.com/office/officeart/2005/8/layout/pyramid2"/>
    <dgm:cxn modelId="{05D6B8B2-B6E1-4417-8D49-6223C4E48FF9}" type="presParOf" srcId="{A7F74584-C3F0-4080-A275-1FE874B3930D}" destId="{98FA7CEF-9C5C-4CCD-8895-61EC65EFB047}" srcOrd="0" destOrd="0" presId="urn:microsoft.com/office/officeart/2005/8/layout/pyramid2"/>
    <dgm:cxn modelId="{68380087-A5C2-4576-8157-6F4431F5A722}" type="presParOf" srcId="{A7F74584-C3F0-4080-A275-1FE874B3930D}" destId="{5CD76072-B361-4A65-916B-D88823D415EC}" srcOrd="1" destOrd="0" presId="urn:microsoft.com/office/officeart/2005/8/layout/pyramid2"/>
    <dgm:cxn modelId="{6AE864B7-6148-4D2C-B8DF-6E9DA501691E}" type="presParOf" srcId="{A7F74584-C3F0-4080-A275-1FE874B3930D}" destId="{754214F8-5F80-43FB-BDFC-D94E267C4D9C}" srcOrd="2" destOrd="0" presId="urn:microsoft.com/office/officeart/2005/8/layout/pyramid2"/>
    <dgm:cxn modelId="{254591F3-D696-4613-BF2E-D3F42C130CD8}" type="presParOf" srcId="{A7F74584-C3F0-4080-A275-1FE874B3930D}" destId="{C30CBEA5-412D-4536-BA00-7C5D06140698}" srcOrd="3" destOrd="0" presId="urn:microsoft.com/office/officeart/2005/8/layout/pyramid2"/>
    <dgm:cxn modelId="{F6D377D3-4744-4833-B798-B713FD602442}" type="presParOf" srcId="{A7F74584-C3F0-4080-A275-1FE874B3930D}" destId="{55B76474-8F8B-4AAA-AF1C-0FD13627AF9F}" srcOrd="4" destOrd="0" presId="urn:microsoft.com/office/officeart/2005/8/layout/pyramid2"/>
    <dgm:cxn modelId="{2195E8B5-7D50-40BE-9E88-5E06EBA37572}" type="presParOf" srcId="{A7F74584-C3F0-4080-A275-1FE874B3930D}" destId="{46882FAD-CCFD-4A0D-8363-A04F6650C9E9}" srcOrd="5" destOrd="0" presId="urn:microsoft.com/office/officeart/2005/8/layout/pyramid2"/>
    <dgm:cxn modelId="{14DFE852-F016-4DCB-A934-1F881A2AF407}" type="presParOf" srcId="{A7F74584-C3F0-4080-A275-1FE874B3930D}" destId="{E9A91B6E-5DF4-426E-B904-A234E4C0D801}" srcOrd="6" destOrd="0" presId="urn:microsoft.com/office/officeart/2005/8/layout/pyramid2"/>
    <dgm:cxn modelId="{2C0013EE-A8DD-42E4-8C90-AEF4CBB6DDAC}" type="presParOf" srcId="{A7F74584-C3F0-4080-A275-1FE874B3930D}" destId="{051951E3-C011-47AE-9D89-0158199F73C5}" srcOrd="7" destOrd="0" presId="urn:microsoft.com/office/officeart/2005/8/layout/pyramid2"/>
    <dgm:cxn modelId="{F77429D9-764F-4E3B-BAA0-5E1B7DE4D826}" type="presParOf" srcId="{A7F74584-C3F0-4080-A275-1FE874B3930D}" destId="{4AAA577F-5C34-4E5C-8C07-247B9D6B27B8}" srcOrd="8" destOrd="0" presId="urn:microsoft.com/office/officeart/2005/8/layout/pyramid2"/>
    <dgm:cxn modelId="{E13D75FC-3766-4E50-AA0E-625913E7D788}" type="presParOf" srcId="{A7F74584-C3F0-4080-A275-1FE874B3930D}" destId="{A96A881D-4701-4750-86E0-88CDF8C2A5E4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r>
            <a:rPr lang="en-US" sz="1500" dirty="0"/>
            <a:t>Stock receive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endParaRPr lang="en-US" sz="15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endParaRPr lang="en-US" sz="1500"/>
        </a:p>
      </dgm:t>
    </dgm:pt>
    <dgm:pt modelId="{97CB2DC6-8452-4929-A2F8-8D2CF7CE8CED}">
      <dgm:prSet custT="1"/>
      <dgm:spPr/>
      <dgm:t>
        <a:bodyPr/>
        <a:lstStyle/>
        <a:p>
          <a:r>
            <a:rPr lang="en-US" sz="1500" dirty="0"/>
            <a:t>Stock issue</a:t>
          </a:r>
        </a:p>
      </dgm:t>
    </dgm:pt>
    <dgm:pt modelId="{F8495B0E-82C8-477B-8203-704CCE3533AF}" type="parTrans" cxnId="{D30AFA5A-A340-40FC-A8B2-8B3803BC9EA3}">
      <dgm:prSet/>
      <dgm:spPr/>
      <dgm:t>
        <a:bodyPr/>
        <a:lstStyle/>
        <a:p>
          <a:endParaRPr lang="en-US" sz="1500"/>
        </a:p>
      </dgm:t>
    </dgm:pt>
    <dgm:pt modelId="{CF68E2EA-1A99-456E-8B44-19DC565023F8}" type="sibTrans" cxnId="{D30AFA5A-A340-40FC-A8B2-8B3803BC9EA3}">
      <dgm:prSet/>
      <dgm:spPr/>
      <dgm:t>
        <a:bodyPr/>
        <a:lstStyle/>
        <a:p>
          <a:endParaRPr lang="en-US" sz="1500"/>
        </a:p>
      </dgm:t>
    </dgm:pt>
    <dgm:pt modelId="{EA4562B7-8196-48A8-8ABF-83BB55BC4FFC}">
      <dgm:prSet custT="1"/>
      <dgm:spPr/>
      <dgm:t>
        <a:bodyPr/>
        <a:lstStyle/>
        <a:p>
          <a:r>
            <a:rPr lang="en-US" sz="1500" dirty="0"/>
            <a:t>Stock transfer</a:t>
          </a:r>
        </a:p>
      </dgm:t>
    </dgm:pt>
    <dgm:pt modelId="{369E96B0-9D27-4605-9E32-C929B35754E8}" type="parTrans" cxnId="{87F9C189-87B9-4B41-9043-A95565D89E83}">
      <dgm:prSet/>
      <dgm:spPr/>
      <dgm:t>
        <a:bodyPr/>
        <a:lstStyle/>
        <a:p>
          <a:endParaRPr lang="en-US" sz="1500"/>
        </a:p>
      </dgm:t>
    </dgm:pt>
    <dgm:pt modelId="{70DF545A-AAA1-469F-89DF-F67E27FBDD25}" type="sibTrans" cxnId="{87F9C189-87B9-4B41-9043-A95565D89E83}">
      <dgm:prSet/>
      <dgm:spPr/>
      <dgm:t>
        <a:bodyPr/>
        <a:lstStyle/>
        <a:p>
          <a:endParaRPr lang="en-US" sz="1500"/>
        </a:p>
      </dgm:t>
    </dgm:pt>
    <dgm:pt modelId="{CF70478E-C657-4B02-9BC4-1EACEC7AD995}">
      <dgm:prSet custT="1"/>
      <dgm:spPr/>
      <dgm:t>
        <a:bodyPr/>
        <a:lstStyle/>
        <a:p>
          <a:r>
            <a:rPr lang="en-US" sz="1500" dirty="0"/>
            <a:t>Item ledger</a:t>
          </a:r>
        </a:p>
      </dgm:t>
    </dgm:pt>
    <dgm:pt modelId="{2611F805-50B8-4619-841F-2118C35D6E55}" type="parTrans" cxnId="{C87C3680-BC97-4957-BDCD-75AE9E58F620}">
      <dgm:prSet/>
      <dgm:spPr/>
      <dgm:t>
        <a:bodyPr/>
        <a:lstStyle/>
        <a:p>
          <a:endParaRPr lang="en-US" sz="1500"/>
        </a:p>
      </dgm:t>
    </dgm:pt>
    <dgm:pt modelId="{F298183B-7317-42DC-ABCB-849FE5F3CEB3}" type="sibTrans" cxnId="{C87C3680-BC97-4957-BDCD-75AE9E58F620}">
      <dgm:prSet/>
      <dgm:spPr/>
      <dgm:t>
        <a:bodyPr/>
        <a:lstStyle/>
        <a:p>
          <a:endParaRPr lang="en-US" sz="1500"/>
        </a:p>
      </dgm:t>
    </dgm:pt>
    <dgm:pt modelId="{6040E603-2B17-4156-95C4-CE45BC473BCC}">
      <dgm:prSet custT="1"/>
      <dgm:spPr/>
      <dgm:t>
        <a:bodyPr/>
        <a:lstStyle/>
        <a:p>
          <a:r>
            <a:rPr lang="en-US" sz="1500" dirty="0"/>
            <a:t>Item ageing</a:t>
          </a:r>
        </a:p>
      </dgm:t>
    </dgm:pt>
    <dgm:pt modelId="{53BAF297-35E1-4B27-BC5D-5E2DEAC4D747}" type="parTrans" cxnId="{2EF22692-ACD2-4158-AD55-A226FE20EA51}">
      <dgm:prSet/>
      <dgm:spPr/>
      <dgm:t>
        <a:bodyPr/>
        <a:lstStyle/>
        <a:p>
          <a:endParaRPr lang="en-US" sz="1500"/>
        </a:p>
      </dgm:t>
    </dgm:pt>
    <dgm:pt modelId="{82858302-2D56-4C59-9C75-7A92F053B676}" type="sibTrans" cxnId="{2EF22692-ACD2-4158-AD55-A226FE20EA51}">
      <dgm:prSet/>
      <dgm:spPr/>
      <dgm:t>
        <a:bodyPr/>
        <a:lstStyle/>
        <a:p>
          <a:endParaRPr lang="en-US" sz="1500"/>
        </a:p>
      </dgm:t>
    </dgm:pt>
    <dgm:pt modelId="{EECE10DD-E8FA-4CF7-82CF-ED6FE0585AC4}">
      <dgm:prSet custT="1"/>
      <dgm:spPr/>
      <dgm:t>
        <a:bodyPr/>
        <a:lstStyle/>
        <a:p>
          <a:r>
            <a:rPr lang="en-US" sz="1500" dirty="0"/>
            <a:t>Movement frequency</a:t>
          </a:r>
        </a:p>
      </dgm:t>
    </dgm:pt>
    <dgm:pt modelId="{B6A1DC71-2996-4964-8988-9EFBD71732E0}" type="parTrans" cxnId="{DE51353C-5FA4-48C9-8B5A-1B11CA5F5D43}">
      <dgm:prSet/>
      <dgm:spPr/>
      <dgm:t>
        <a:bodyPr/>
        <a:lstStyle/>
        <a:p>
          <a:endParaRPr lang="en-US" sz="1500"/>
        </a:p>
      </dgm:t>
    </dgm:pt>
    <dgm:pt modelId="{EE996F21-82B4-4766-9F12-CFA7AEAE02FD}" type="sibTrans" cxnId="{DE51353C-5FA4-48C9-8B5A-1B11CA5F5D43}">
      <dgm:prSet/>
      <dgm:spPr/>
      <dgm:t>
        <a:bodyPr/>
        <a:lstStyle/>
        <a:p>
          <a:endParaRPr lang="en-US" sz="1500"/>
        </a:p>
      </dgm:t>
    </dgm:pt>
    <dgm:pt modelId="{B757BF34-AE34-4CF2-9FB1-70513A423739}">
      <dgm:prSet custT="1"/>
      <dgm:spPr/>
      <dgm:t>
        <a:bodyPr/>
        <a:lstStyle/>
        <a:p>
          <a:r>
            <a:rPr lang="en-US" sz="1500" dirty="0"/>
            <a:t>Warehouse control</a:t>
          </a:r>
        </a:p>
      </dgm:t>
    </dgm:pt>
    <dgm:pt modelId="{C4149037-2155-4900-BD54-775BD33CEDD2}" type="parTrans" cxnId="{5C92D61B-B959-4112-8FF8-FB1C4E8926AE}">
      <dgm:prSet/>
      <dgm:spPr/>
      <dgm:t>
        <a:bodyPr/>
        <a:lstStyle/>
        <a:p>
          <a:endParaRPr lang="en-US" sz="1500"/>
        </a:p>
      </dgm:t>
    </dgm:pt>
    <dgm:pt modelId="{F614D6EF-A81F-4689-BC15-63857BDC91A1}" type="sibTrans" cxnId="{5C92D61B-B959-4112-8FF8-FB1C4E8926AE}">
      <dgm:prSet/>
      <dgm:spPr/>
      <dgm:t>
        <a:bodyPr/>
        <a:lstStyle/>
        <a:p>
          <a:endParaRPr lang="en-US" sz="1500"/>
        </a:p>
      </dgm:t>
    </dgm:pt>
    <dgm:pt modelId="{6FF956A2-F937-4E69-9683-2CEF77DB4F26}">
      <dgm:prSet custT="1"/>
      <dgm:spPr/>
      <dgm:t>
        <a:bodyPr/>
        <a:lstStyle/>
        <a:p>
          <a:r>
            <a:rPr lang="en-US" sz="1500" dirty="0"/>
            <a:t>Depot management</a:t>
          </a:r>
        </a:p>
      </dgm:t>
    </dgm:pt>
    <dgm:pt modelId="{52DC1098-FF01-4D41-ABD8-B33C8928E5BB}" type="parTrans" cxnId="{75DA5549-2A25-4781-A5CA-4008575FFDB3}">
      <dgm:prSet/>
      <dgm:spPr/>
      <dgm:t>
        <a:bodyPr/>
        <a:lstStyle/>
        <a:p>
          <a:endParaRPr lang="en-US" sz="1500"/>
        </a:p>
      </dgm:t>
    </dgm:pt>
    <dgm:pt modelId="{D8A1B331-C327-4543-BCD6-7A69E05B8558}" type="sibTrans" cxnId="{75DA5549-2A25-4781-A5CA-4008575FFDB3}">
      <dgm:prSet/>
      <dgm:spPr/>
      <dgm:t>
        <a:bodyPr/>
        <a:lstStyle/>
        <a:p>
          <a:endParaRPr lang="en-US" sz="1500"/>
        </a:p>
      </dgm:t>
    </dgm:pt>
    <dgm:pt modelId="{792CC55D-B7A0-4CEE-9FDB-3A5A678DE22D}">
      <dgm:prSet custT="1"/>
      <dgm:spPr/>
      <dgm:t>
        <a:bodyPr/>
        <a:lstStyle/>
        <a:p>
          <a:r>
            <a:rPr lang="en-US" sz="1500" dirty="0"/>
            <a:t>Stock accuracy</a:t>
          </a:r>
        </a:p>
      </dgm:t>
    </dgm:pt>
    <dgm:pt modelId="{92A8B87C-7BA2-44DA-9F4F-94CFDB46AED8}" type="parTrans" cxnId="{72B1E1CB-FAB0-41E3-8F01-2CCD9504280A}">
      <dgm:prSet/>
      <dgm:spPr/>
      <dgm:t>
        <a:bodyPr/>
        <a:lstStyle/>
        <a:p>
          <a:endParaRPr lang="en-US" sz="1500"/>
        </a:p>
      </dgm:t>
    </dgm:pt>
    <dgm:pt modelId="{C1373719-6790-499B-B028-4BC2E6354B42}" type="sibTrans" cxnId="{72B1E1CB-FAB0-41E3-8F01-2CCD9504280A}">
      <dgm:prSet/>
      <dgm:spPr/>
      <dgm:t>
        <a:bodyPr/>
        <a:lstStyle/>
        <a:p>
          <a:endParaRPr lang="en-US" sz="1500"/>
        </a:p>
      </dgm:t>
    </dgm:pt>
    <dgm:pt modelId="{7AE943EC-5382-4441-A250-C5125EA0AD8A}" type="pres">
      <dgm:prSet presAssocID="{6590A677-2857-4BBD-88C5-B8C751448989}" presName="diagram" presStyleCnt="0">
        <dgm:presLayoutVars>
          <dgm:dir/>
          <dgm:resizeHandles val="exact"/>
        </dgm:presLayoutVars>
      </dgm:prSet>
      <dgm:spPr/>
    </dgm:pt>
    <dgm:pt modelId="{287EAD93-565D-4978-A67B-8270A64D6418}" type="pres">
      <dgm:prSet presAssocID="{8822DDF5-47F2-4FCE-A855-07AD9BA5B704}" presName="node" presStyleLbl="node1" presStyleIdx="0" presStyleCnt="9">
        <dgm:presLayoutVars>
          <dgm:bulletEnabled val="1"/>
        </dgm:presLayoutVars>
      </dgm:prSet>
      <dgm:spPr/>
    </dgm:pt>
    <dgm:pt modelId="{8D4DFEE7-5B46-498C-A3E6-22E3AB7179B2}" type="pres">
      <dgm:prSet presAssocID="{F43A0FD4-231E-44FF-8721-7F34010268A2}" presName="sibTrans" presStyleCnt="0"/>
      <dgm:spPr/>
    </dgm:pt>
    <dgm:pt modelId="{6D18D048-16AB-4813-BCE5-47CDDBB8796C}" type="pres">
      <dgm:prSet presAssocID="{97CB2DC6-8452-4929-A2F8-8D2CF7CE8CED}" presName="node" presStyleLbl="node1" presStyleIdx="1" presStyleCnt="9">
        <dgm:presLayoutVars>
          <dgm:bulletEnabled val="1"/>
        </dgm:presLayoutVars>
      </dgm:prSet>
      <dgm:spPr/>
    </dgm:pt>
    <dgm:pt modelId="{52FAA259-8570-4F87-B8A5-8E03C79F7577}" type="pres">
      <dgm:prSet presAssocID="{CF68E2EA-1A99-456E-8B44-19DC565023F8}" presName="sibTrans" presStyleCnt="0"/>
      <dgm:spPr/>
    </dgm:pt>
    <dgm:pt modelId="{BD831A47-E828-4AFF-A29A-84D75E535226}" type="pres">
      <dgm:prSet presAssocID="{EA4562B7-8196-48A8-8ABF-83BB55BC4FFC}" presName="node" presStyleLbl="node1" presStyleIdx="2" presStyleCnt="9">
        <dgm:presLayoutVars>
          <dgm:bulletEnabled val="1"/>
        </dgm:presLayoutVars>
      </dgm:prSet>
      <dgm:spPr/>
    </dgm:pt>
    <dgm:pt modelId="{05CB3903-E0F4-479E-88E4-26A3CF5313AA}" type="pres">
      <dgm:prSet presAssocID="{70DF545A-AAA1-469F-89DF-F67E27FBDD25}" presName="sibTrans" presStyleCnt="0"/>
      <dgm:spPr/>
    </dgm:pt>
    <dgm:pt modelId="{E25478A9-AAEF-4C32-8112-A419CD7A9405}" type="pres">
      <dgm:prSet presAssocID="{CF70478E-C657-4B02-9BC4-1EACEC7AD995}" presName="node" presStyleLbl="node1" presStyleIdx="3" presStyleCnt="9">
        <dgm:presLayoutVars>
          <dgm:bulletEnabled val="1"/>
        </dgm:presLayoutVars>
      </dgm:prSet>
      <dgm:spPr/>
    </dgm:pt>
    <dgm:pt modelId="{DA08026C-3489-4092-ABF6-48C31A04ACCE}" type="pres">
      <dgm:prSet presAssocID="{F298183B-7317-42DC-ABCB-849FE5F3CEB3}" presName="sibTrans" presStyleCnt="0"/>
      <dgm:spPr/>
    </dgm:pt>
    <dgm:pt modelId="{F3447E7D-9C62-4A6E-B7BE-C30E828468FD}" type="pres">
      <dgm:prSet presAssocID="{6040E603-2B17-4156-95C4-CE45BC473BCC}" presName="node" presStyleLbl="node1" presStyleIdx="4" presStyleCnt="9">
        <dgm:presLayoutVars>
          <dgm:bulletEnabled val="1"/>
        </dgm:presLayoutVars>
      </dgm:prSet>
      <dgm:spPr/>
    </dgm:pt>
    <dgm:pt modelId="{945C6809-0C54-467A-84CB-0E97F97BE85A}" type="pres">
      <dgm:prSet presAssocID="{82858302-2D56-4C59-9C75-7A92F053B676}" presName="sibTrans" presStyleCnt="0"/>
      <dgm:spPr/>
    </dgm:pt>
    <dgm:pt modelId="{0FC55D4F-E55F-40AE-ABA3-540CF7079F32}" type="pres">
      <dgm:prSet presAssocID="{EECE10DD-E8FA-4CF7-82CF-ED6FE0585AC4}" presName="node" presStyleLbl="node1" presStyleIdx="5" presStyleCnt="9">
        <dgm:presLayoutVars>
          <dgm:bulletEnabled val="1"/>
        </dgm:presLayoutVars>
      </dgm:prSet>
      <dgm:spPr/>
    </dgm:pt>
    <dgm:pt modelId="{3EAE6C4F-1ED9-4DF8-90BB-C4211CB87A3A}" type="pres">
      <dgm:prSet presAssocID="{EE996F21-82B4-4766-9F12-CFA7AEAE02FD}" presName="sibTrans" presStyleCnt="0"/>
      <dgm:spPr/>
    </dgm:pt>
    <dgm:pt modelId="{8567E947-DC32-4409-987A-88E8AC7B6056}" type="pres">
      <dgm:prSet presAssocID="{B757BF34-AE34-4CF2-9FB1-70513A423739}" presName="node" presStyleLbl="node1" presStyleIdx="6" presStyleCnt="9">
        <dgm:presLayoutVars>
          <dgm:bulletEnabled val="1"/>
        </dgm:presLayoutVars>
      </dgm:prSet>
      <dgm:spPr/>
    </dgm:pt>
    <dgm:pt modelId="{11FC8038-E6DA-443D-8802-67DB8907C3A0}" type="pres">
      <dgm:prSet presAssocID="{F614D6EF-A81F-4689-BC15-63857BDC91A1}" presName="sibTrans" presStyleCnt="0"/>
      <dgm:spPr/>
    </dgm:pt>
    <dgm:pt modelId="{A64ADBF3-003B-4A03-8F83-E6006B2382F3}" type="pres">
      <dgm:prSet presAssocID="{6FF956A2-F937-4E69-9683-2CEF77DB4F26}" presName="node" presStyleLbl="node1" presStyleIdx="7" presStyleCnt="9">
        <dgm:presLayoutVars>
          <dgm:bulletEnabled val="1"/>
        </dgm:presLayoutVars>
      </dgm:prSet>
      <dgm:spPr/>
    </dgm:pt>
    <dgm:pt modelId="{280BAAEE-C2D4-4790-BB51-74054813BC0D}" type="pres">
      <dgm:prSet presAssocID="{D8A1B331-C327-4543-BCD6-7A69E05B8558}" presName="sibTrans" presStyleCnt="0"/>
      <dgm:spPr/>
    </dgm:pt>
    <dgm:pt modelId="{EFCD70ED-917A-4BE3-A315-5E4321619E87}" type="pres">
      <dgm:prSet presAssocID="{792CC55D-B7A0-4CEE-9FDB-3A5A678DE22D}" presName="node" presStyleLbl="node1" presStyleIdx="8" presStyleCnt="9">
        <dgm:presLayoutVars>
          <dgm:bulletEnabled val="1"/>
        </dgm:presLayoutVars>
      </dgm:prSet>
      <dgm:spPr/>
    </dgm:pt>
  </dgm:ptLst>
  <dgm:cxnLst>
    <dgm:cxn modelId="{5C92D61B-B959-4112-8FF8-FB1C4E8926AE}" srcId="{6590A677-2857-4BBD-88C5-B8C751448989}" destId="{B757BF34-AE34-4CF2-9FB1-70513A423739}" srcOrd="6" destOrd="0" parTransId="{C4149037-2155-4900-BD54-775BD33CEDD2}" sibTransId="{F614D6EF-A81F-4689-BC15-63857BDC91A1}"/>
    <dgm:cxn modelId="{DE51353C-5FA4-48C9-8B5A-1B11CA5F5D43}" srcId="{6590A677-2857-4BBD-88C5-B8C751448989}" destId="{EECE10DD-E8FA-4CF7-82CF-ED6FE0585AC4}" srcOrd="5" destOrd="0" parTransId="{B6A1DC71-2996-4964-8988-9EFBD71732E0}" sibTransId="{EE996F21-82B4-4766-9F12-CFA7AEAE02FD}"/>
    <dgm:cxn modelId="{E2608A61-8483-46D0-96D3-AFBAC006964C}" type="presOf" srcId="{B757BF34-AE34-4CF2-9FB1-70513A423739}" destId="{8567E947-DC32-4409-987A-88E8AC7B6056}" srcOrd="0" destOrd="0" presId="urn:microsoft.com/office/officeart/2005/8/layout/default"/>
    <dgm:cxn modelId="{7836BD66-0684-4DAE-92D4-E34CAC08F6C5}" type="presOf" srcId="{6590A677-2857-4BBD-88C5-B8C751448989}" destId="{7AE943EC-5382-4441-A250-C5125EA0AD8A}" srcOrd="0" destOrd="0" presId="urn:microsoft.com/office/officeart/2005/8/layout/default"/>
    <dgm:cxn modelId="{75DA5549-2A25-4781-A5CA-4008575FFDB3}" srcId="{6590A677-2857-4BBD-88C5-B8C751448989}" destId="{6FF956A2-F937-4E69-9683-2CEF77DB4F26}" srcOrd="7" destOrd="0" parTransId="{52DC1098-FF01-4D41-ABD8-B33C8928E5BB}" sibTransId="{D8A1B331-C327-4543-BCD6-7A69E05B8558}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B79EDF54-6BF7-4A6F-B00D-87BCE60A75DF}" type="presOf" srcId="{8822DDF5-47F2-4FCE-A855-07AD9BA5B704}" destId="{287EAD93-565D-4978-A67B-8270A64D6418}" srcOrd="0" destOrd="0" presId="urn:microsoft.com/office/officeart/2005/8/layout/default"/>
    <dgm:cxn modelId="{BB3A5875-499C-4940-A931-91D74C0F6E57}" type="presOf" srcId="{EECE10DD-E8FA-4CF7-82CF-ED6FE0585AC4}" destId="{0FC55D4F-E55F-40AE-ABA3-540CF7079F32}" srcOrd="0" destOrd="0" presId="urn:microsoft.com/office/officeart/2005/8/layout/default"/>
    <dgm:cxn modelId="{AF2B3058-33B2-4C04-B041-F7FA338A2ED0}" type="presOf" srcId="{CF70478E-C657-4B02-9BC4-1EACEC7AD995}" destId="{E25478A9-AAEF-4C32-8112-A419CD7A9405}" srcOrd="0" destOrd="0" presId="urn:microsoft.com/office/officeart/2005/8/layout/default"/>
    <dgm:cxn modelId="{D30AFA5A-A340-40FC-A8B2-8B3803BC9EA3}" srcId="{6590A677-2857-4BBD-88C5-B8C751448989}" destId="{97CB2DC6-8452-4929-A2F8-8D2CF7CE8CED}" srcOrd="1" destOrd="0" parTransId="{F8495B0E-82C8-477B-8203-704CCE3533AF}" sibTransId="{CF68E2EA-1A99-456E-8B44-19DC565023F8}"/>
    <dgm:cxn modelId="{C87C3680-BC97-4957-BDCD-75AE9E58F620}" srcId="{6590A677-2857-4BBD-88C5-B8C751448989}" destId="{CF70478E-C657-4B02-9BC4-1EACEC7AD995}" srcOrd="3" destOrd="0" parTransId="{2611F805-50B8-4619-841F-2118C35D6E55}" sibTransId="{F298183B-7317-42DC-ABCB-849FE5F3CEB3}"/>
    <dgm:cxn modelId="{33997984-6C76-4E4E-9109-6B5A08A7B5B3}" type="presOf" srcId="{EA4562B7-8196-48A8-8ABF-83BB55BC4FFC}" destId="{BD831A47-E828-4AFF-A29A-84D75E535226}" srcOrd="0" destOrd="0" presId="urn:microsoft.com/office/officeart/2005/8/layout/default"/>
    <dgm:cxn modelId="{87F9C189-87B9-4B41-9043-A95565D89E83}" srcId="{6590A677-2857-4BBD-88C5-B8C751448989}" destId="{EA4562B7-8196-48A8-8ABF-83BB55BC4FFC}" srcOrd="2" destOrd="0" parTransId="{369E96B0-9D27-4605-9E32-C929B35754E8}" sibTransId="{70DF545A-AAA1-469F-89DF-F67E27FBDD25}"/>
    <dgm:cxn modelId="{2EF22692-ACD2-4158-AD55-A226FE20EA51}" srcId="{6590A677-2857-4BBD-88C5-B8C751448989}" destId="{6040E603-2B17-4156-95C4-CE45BC473BCC}" srcOrd="4" destOrd="0" parTransId="{53BAF297-35E1-4B27-BC5D-5E2DEAC4D747}" sibTransId="{82858302-2D56-4C59-9C75-7A92F053B676}"/>
    <dgm:cxn modelId="{18207BAA-28B2-4EE5-8CA2-2EE2D015A414}" type="presOf" srcId="{97CB2DC6-8452-4929-A2F8-8D2CF7CE8CED}" destId="{6D18D048-16AB-4813-BCE5-47CDDBB8796C}" srcOrd="0" destOrd="0" presId="urn:microsoft.com/office/officeart/2005/8/layout/default"/>
    <dgm:cxn modelId="{73EE36AB-A97C-4E68-8040-0C0883847B1E}" type="presOf" srcId="{792CC55D-B7A0-4CEE-9FDB-3A5A678DE22D}" destId="{EFCD70ED-917A-4BE3-A315-5E4321619E87}" srcOrd="0" destOrd="0" presId="urn:microsoft.com/office/officeart/2005/8/layout/default"/>
    <dgm:cxn modelId="{C4E230CA-D89F-46DA-8044-22C7FA5D6211}" type="presOf" srcId="{6FF956A2-F937-4E69-9683-2CEF77DB4F26}" destId="{A64ADBF3-003B-4A03-8F83-E6006B2382F3}" srcOrd="0" destOrd="0" presId="urn:microsoft.com/office/officeart/2005/8/layout/default"/>
    <dgm:cxn modelId="{72B1E1CB-FAB0-41E3-8F01-2CCD9504280A}" srcId="{6590A677-2857-4BBD-88C5-B8C751448989}" destId="{792CC55D-B7A0-4CEE-9FDB-3A5A678DE22D}" srcOrd="8" destOrd="0" parTransId="{92A8B87C-7BA2-44DA-9F4F-94CFDB46AED8}" sibTransId="{C1373719-6790-499B-B028-4BC2E6354B42}"/>
    <dgm:cxn modelId="{8C553BFE-FC62-408E-BE60-665C82E01033}" type="presOf" srcId="{6040E603-2B17-4156-95C4-CE45BC473BCC}" destId="{F3447E7D-9C62-4A6E-B7BE-C30E828468FD}" srcOrd="0" destOrd="0" presId="urn:microsoft.com/office/officeart/2005/8/layout/default"/>
    <dgm:cxn modelId="{89574F2A-A859-460B-8E14-A435ED3C0E92}" type="presParOf" srcId="{7AE943EC-5382-4441-A250-C5125EA0AD8A}" destId="{287EAD93-565D-4978-A67B-8270A64D6418}" srcOrd="0" destOrd="0" presId="urn:microsoft.com/office/officeart/2005/8/layout/default"/>
    <dgm:cxn modelId="{DF230819-D02B-42C5-9ABB-5B408BC655A7}" type="presParOf" srcId="{7AE943EC-5382-4441-A250-C5125EA0AD8A}" destId="{8D4DFEE7-5B46-498C-A3E6-22E3AB7179B2}" srcOrd="1" destOrd="0" presId="urn:microsoft.com/office/officeart/2005/8/layout/default"/>
    <dgm:cxn modelId="{6C444075-6BED-4762-8859-E95D0BF758D2}" type="presParOf" srcId="{7AE943EC-5382-4441-A250-C5125EA0AD8A}" destId="{6D18D048-16AB-4813-BCE5-47CDDBB8796C}" srcOrd="2" destOrd="0" presId="urn:microsoft.com/office/officeart/2005/8/layout/default"/>
    <dgm:cxn modelId="{0BB9C2FA-0BD7-4A4C-A987-BE9BBC61FA21}" type="presParOf" srcId="{7AE943EC-5382-4441-A250-C5125EA0AD8A}" destId="{52FAA259-8570-4F87-B8A5-8E03C79F7577}" srcOrd="3" destOrd="0" presId="urn:microsoft.com/office/officeart/2005/8/layout/default"/>
    <dgm:cxn modelId="{1D027E41-F304-4EE8-9660-8A771314260A}" type="presParOf" srcId="{7AE943EC-5382-4441-A250-C5125EA0AD8A}" destId="{BD831A47-E828-4AFF-A29A-84D75E535226}" srcOrd="4" destOrd="0" presId="urn:microsoft.com/office/officeart/2005/8/layout/default"/>
    <dgm:cxn modelId="{173C02C2-B490-4B5F-A4B0-F2A953AEEB6B}" type="presParOf" srcId="{7AE943EC-5382-4441-A250-C5125EA0AD8A}" destId="{05CB3903-E0F4-479E-88E4-26A3CF5313AA}" srcOrd="5" destOrd="0" presId="urn:microsoft.com/office/officeart/2005/8/layout/default"/>
    <dgm:cxn modelId="{77020E74-371D-43B2-9A82-9D14AE8BCB2D}" type="presParOf" srcId="{7AE943EC-5382-4441-A250-C5125EA0AD8A}" destId="{E25478A9-AAEF-4C32-8112-A419CD7A9405}" srcOrd="6" destOrd="0" presId="urn:microsoft.com/office/officeart/2005/8/layout/default"/>
    <dgm:cxn modelId="{7E2C0303-A176-4236-A361-07D6A801A0C8}" type="presParOf" srcId="{7AE943EC-5382-4441-A250-C5125EA0AD8A}" destId="{DA08026C-3489-4092-ABF6-48C31A04ACCE}" srcOrd="7" destOrd="0" presId="urn:microsoft.com/office/officeart/2005/8/layout/default"/>
    <dgm:cxn modelId="{AB912FB3-66B6-4D58-9577-E6C4D2E34FE2}" type="presParOf" srcId="{7AE943EC-5382-4441-A250-C5125EA0AD8A}" destId="{F3447E7D-9C62-4A6E-B7BE-C30E828468FD}" srcOrd="8" destOrd="0" presId="urn:microsoft.com/office/officeart/2005/8/layout/default"/>
    <dgm:cxn modelId="{A37266BC-022E-4D46-8B5F-6F9A23FAFA12}" type="presParOf" srcId="{7AE943EC-5382-4441-A250-C5125EA0AD8A}" destId="{945C6809-0C54-467A-84CB-0E97F97BE85A}" srcOrd="9" destOrd="0" presId="urn:microsoft.com/office/officeart/2005/8/layout/default"/>
    <dgm:cxn modelId="{3057C813-7C91-4541-9521-E88D838042EF}" type="presParOf" srcId="{7AE943EC-5382-4441-A250-C5125EA0AD8A}" destId="{0FC55D4F-E55F-40AE-ABA3-540CF7079F32}" srcOrd="10" destOrd="0" presId="urn:microsoft.com/office/officeart/2005/8/layout/default"/>
    <dgm:cxn modelId="{94206F68-91C4-46A8-B764-8542AA1396DC}" type="presParOf" srcId="{7AE943EC-5382-4441-A250-C5125EA0AD8A}" destId="{3EAE6C4F-1ED9-4DF8-90BB-C4211CB87A3A}" srcOrd="11" destOrd="0" presId="urn:microsoft.com/office/officeart/2005/8/layout/default"/>
    <dgm:cxn modelId="{01ABBF1D-125E-41B3-A0A3-B8892148CF35}" type="presParOf" srcId="{7AE943EC-5382-4441-A250-C5125EA0AD8A}" destId="{8567E947-DC32-4409-987A-88E8AC7B6056}" srcOrd="12" destOrd="0" presId="urn:microsoft.com/office/officeart/2005/8/layout/default"/>
    <dgm:cxn modelId="{81FFAE24-0281-4BBE-B4B5-F1B76B54E295}" type="presParOf" srcId="{7AE943EC-5382-4441-A250-C5125EA0AD8A}" destId="{11FC8038-E6DA-443D-8802-67DB8907C3A0}" srcOrd="13" destOrd="0" presId="urn:microsoft.com/office/officeart/2005/8/layout/default"/>
    <dgm:cxn modelId="{FE7B5145-DAC6-4637-83EB-494AB02B72BC}" type="presParOf" srcId="{7AE943EC-5382-4441-A250-C5125EA0AD8A}" destId="{A64ADBF3-003B-4A03-8F83-E6006B2382F3}" srcOrd="14" destOrd="0" presId="urn:microsoft.com/office/officeart/2005/8/layout/default"/>
    <dgm:cxn modelId="{DA7E9AB8-315C-48B6-928D-1F5CC141C62F}" type="presParOf" srcId="{7AE943EC-5382-4441-A250-C5125EA0AD8A}" destId="{280BAAEE-C2D4-4790-BB51-74054813BC0D}" srcOrd="15" destOrd="0" presId="urn:microsoft.com/office/officeart/2005/8/layout/default"/>
    <dgm:cxn modelId="{A325C6CF-BC60-4559-AB39-65938F8FAD96}" type="presParOf" srcId="{7AE943EC-5382-4441-A250-C5125EA0AD8A}" destId="{EFCD70ED-917A-4BE3-A315-5E4321619E87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r>
            <a:rPr lang="en-US" sz="1500" dirty="0"/>
            <a:t>Chart of accounts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endParaRPr lang="en-US" sz="15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endParaRPr lang="en-US" sz="1500"/>
        </a:p>
      </dgm:t>
    </dgm:pt>
    <dgm:pt modelId="{81873B62-CAA6-4FF5-A1CE-71A26F9B5944}">
      <dgm:prSet custT="1"/>
      <dgm:spPr/>
      <dgm:t>
        <a:bodyPr/>
        <a:lstStyle/>
        <a:p>
          <a:r>
            <a:rPr lang="en-US" sz="1500" dirty="0"/>
            <a:t>Vouchers</a:t>
          </a:r>
        </a:p>
      </dgm:t>
    </dgm:pt>
    <dgm:pt modelId="{23F22C24-912E-41E5-9D30-349E312DFC46}" type="parTrans" cxnId="{680F2D84-723B-48A6-BA22-7DB080F681B1}">
      <dgm:prSet/>
      <dgm:spPr/>
      <dgm:t>
        <a:bodyPr/>
        <a:lstStyle/>
        <a:p>
          <a:endParaRPr lang="en-US" sz="1500"/>
        </a:p>
      </dgm:t>
    </dgm:pt>
    <dgm:pt modelId="{333D942E-4315-40C9-9CCC-A60BBE1E0F09}" type="sibTrans" cxnId="{680F2D84-723B-48A6-BA22-7DB080F681B1}">
      <dgm:prSet/>
      <dgm:spPr/>
      <dgm:t>
        <a:bodyPr/>
        <a:lstStyle/>
        <a:p>
          <a:endParaRPr lang="en-US" sz="1500"/>
        </a:p>
      </dgm:t>
    </dgm:pt>
    <dgm:pt modelId="{10885647-4306-4D81-8CE3-940CA62B8099}">
      <dgm:prSet custT="1"/>
      <dgm:spPr/>
      <dgm:t>
        <a:bodyPr/>
        <a:lstStyle/>
        <a:p>
          <a:r>
            <a:rPr lang="en-US" sz="1500" dirty="0"/>
            <a:t>Posting &amp; unposting</a:t>
          </a:r>
        </a:p>
      </dgm:t>
    </dgm:pt>
    <dgm:pt modelId="{6B48F970-5230-4248-9A5B-D28FCB581C79}" type="parTrans" cxnId="{BBEE0309-C1E6-4A95-AD33-834B7F51C6A3}">
      <dgm:prSet/>
      <dgm:spPr/>
      <dgm:t>
        <a:bodyPr/>
        <a:lstStyle/>
        <a:p>
          <a:endParaRPr lang="en-US" sz="1500"/>
        </a:p>
      </dgm:t>
    </dgm:pt>
    <dgm:pt modelId="{CAFB0B34-B5F9-4F6E-84AE-811828D2A8C7}" type="sibTrans" cxnId="{BBEE0309-C1E6-4A95-AD33-834B7F51C6A3}">
      <dgm:prSet/>
      <dgm:spPr/>
      <dgm:t>
        <a:bodyPr/>
        <a:lstStyle/>
        <a:p>
          <a:endParaRPr lang="en-US" sz="1500"/>
        </a:p>
      </dgm:t>
    </dgm:pt>
    <dgm:pt modelId="{DB4F634E-5997-4B86-9763-4AF046F719A5}">
      <dgm:prSet custT="1"/>
      <dgm:spPr/>
      <dgm:t>
        <a:bodyPr/>
        <a:lstStyle/>
        <a:p>
          <a:r>
            <a:rPr lang="en-US" sz="1500" dirty="0"/>
            <a:t>Year-end processing</a:t>
          </a:r>
        </a:p>
      </dgm:t>
    </dgm:pt>
    <dgm:pt modelId="{85C7D7E7-272B-40F5-BCE4-CC962C8F13C3}" type="parTrans" cxnId="{CD478449-1ADA-4D68-9803-5E74D4D8D8A9}">
      <dgm:prSet/>
      <dgm:spPr/>
      <dgm:t>
        <a:bodyPr/>
        <a:lstStyle/>
        <a:p>
          <a:endParaRPr lang="en-US" sz="1500"/>
        </a:p>
      </dgm:t>
    </dgm:pt>
    <dgm:pt modelId="{7AF40EE9-8B9A-425C-AC22-B5C4A59D8B72}" type="sibTrans" cxnId="{CD478449-1ADA-4D68-9803-5E74D4D8D8A9}">
      <dgm:prSet/>
      <dgm:spPr/>
      <dgm:t>
        <a:bodyPr/>
        <a:lstStyle/>
        <a:p>
          <a:endParaRPr lang="en-US" sz="1500"/>
        </a:p>
      </dgm:t>
    </dgm:pt>
    <dgm:pt modelId="{67FDC0DB-ABDA-4D93-9F1A-AE6B838DB584}">
      <dgm:prSet custT="1"/>
      <dgm:spPr/>
      <dgm:t>
        <a:bodyPr/>
        <a:lstStyle/>
        <a:p>
          <a:r>
            <a:rPr lang="en-US" sz="1500" dirty="0"/>
            <a:t>Day book</a:t>
          </a:r>
        </a:p>
      </dgm:t>
    </dgm:pt>
    <dgm:pt modelId="{0EAFCA24-DCD3-4862-8C09-48E1167FB839}" type="parTrans" cxnId="{6CD9D9CB-3FB2-4AC9-88A7-D23D718C60D1}">
      <dgm:prSet/>
      <dgm:spPr/>
      <dgm:t>
        <a:bodyPr/>
        <a:lstStyle/>
        <a:p>
          <a:endParaRPr lang="en-US" sz="1500"/>
        </a:p>
      </dgm:t>
    </dgm:pt>
    <dgm:pt modelId="{B57F0152-301B-4EA7-A510-2BC9E478983E}" type="sibTrans" cxnId="{6CD9D9CB-3FB2-4AC9-88A7-D23D718C60D1}">
      <dgm:prSet/>
      <dgm:spPr/>
      <dgm:t>
        <a:bodyPr/>
        <a:lstStyle/>
        <a:p>
          <a:endParaRPr lang="en-US" sz="1500"/>
        </a:p>
      </dgm:t>
    </dgm:pt>
    <dgm:pt modelId="{47EA8C8C-64CF-416F-9890-9C6781B0F2A5}">
      <dgm:prSet custT="1"/>
      <dgm:spPr/>
      <dgm:t>
        <a:bodyPr/>
        <a:lstStyle/>
        <a:p>
          <a:r>
            <a:rPr lang="en-US" sz="1500" dirty="0"/>
            <a:t>Cash/Bank book</a:t>
          </a:r>
        </a:p>
      </dgm:t>
    </dgm:pt>
    <dgm:pt modelId="{B0DA86A6-1AE9-4463-9021-5DBD27149B41}" type="parTrans" cxnId="{29D85146-8DF7-4E92-8CFB-22EF619C3CEB}">
      <dgm:prSet/>
      <dgm:spPr/>
      <dgm:t>
        <a:bodyPr/>
        <a:lstStyle/>
        <a:p>
          <a:endParaRPr lang="en-US" sz="1500"/>
        </a:p>
      </dgm:t>
    </dgm:pt>
    <dgm:pt modelId="{1F4A6744-6A5B-4ADB-B0C2-958670C21D6D}" type="sibTrans" cxnId="{29D85146-8DF7-4E92-8CFB-22EF619C3CEB}">
      <dgm:prSet/>
      <dgm:spPr/>
      <dgm:t>
        <a:bodyPr/>
        <a:lstStyle/>
        <a:p>
          <a:endParaRPr lang="en-US" sz="1500"/>
        </a:p>
      </dgm:t>
    </dgm:pt>
    <dgm:pt modelId="{E5BE4A32-911E-42A9-AA6F-0003473D9A9A}">
      <dgm:prSet custT="1"/>
      <dgm:spPr/>
      <dgm:t>
        <a:bodyPr/>
        <a:lstStyle/>
        <a:p>
          <a:r>
            <a:rPr lang="en-US" sz="1500" dirty="0"/>
            <a:t>Trial balance</a:t>
          </a:r>
        </a:p>
      </dgm:t>
    </dgm:pt>
    <dgm:pt modelId="{153C1F72-414D-4141-9E32-0904996A2226}" type="parTrans" cxnId="{62907821-3ED1-4889-A54B-ED013D063FF4}">
      <dgm:prSet/>
      <dgm:spPr/>
      <dgm:t>
        <a:bodyPr/>
        <a:lstStyle/>
        <a:p>
          <a:endParaRPr lang="en-US" sz="1500"/>
        </a:p>
      </dgm:t>
    </dgm:pt>
    <dgm:pt modelId="{75AC090E-6CF3-498F-BDF3-ECAF3B90A101}" type="sibTrans" cxnId="{62907821-3ED1-4889-A54B-ED013D063FF4}">
      <dgm:prSet/>
      <dgm:spPr/>
      <dgm:t>
        <a:bodyPr/>
        <a:lstStyle/>
        <a:p>
          <a:endParaRPr lang="en-US" sz="1500"/>
        </a:p>
      </dgm:t>
    </dgm:pt>
    <dgm:pt modelId="{8F4E8362-8EE2-47AB-956A-E8D3EDACA614}">
      <dgm:prSet custT="1"/>
      <dgm:spPr/>
      <dgm:t>
        <a:bodyPr/>
        <a:lstStyle/>
        <a:p>
          <a:r>
            <a:rPr lang="en-US" sz="1500" dirty="0"/>
            <a:t>P&amp;L statement</a:t>
          </a:r>
        </a:p>
      </dgm:t>
    </dgm:pt>
    <dgm:pt modelId="{7CF7C323-1F79-4D28-9CBB-BD418F4179DB}" type="parTrans" cxnId="{05FE3597-E182-40BB-84D8-D5202B5C2E4E}">
      <dgm:prSet/>
      <dgm:spPr/>
      <dgm:t>
        <a:bodyPr/>
        <a:lstStyle/>
        <a:p>
          <a:endParaRPr lang="en-US" sz="1500"/>
        </a:p>
      </dgm:t>
    </dgm:pt>
    <dgm:pt modelId="{06358649-682A-468B-A992-4A1D47ECA3E4}" type="sibTrans" cxnId="{05FE3597-E182-40BB-84D8-D5202B5C2E4E}">
      <dgm:prSet/>
      <dgm:spPr/>
      <dgm:t>
        <a:bodyPr/>
        <a:lstStyle/>
        <a:p>
          <a:endParaRPr lang="en-US" sz="1500"/>
        </a:p>
      </dgm:t>
    </dgm:pt>
    <dgm:pt modelId="{FCA4EB1C-3BF1-48E8-87A4-13C3B9C36AB6}">
      <dgm:prSet custT="1"/>
      <dgm:spPr/>
      <dgm:t>
        <a:bodyPr/>
        <a:lstStyle/>
        <a:p>
          <a:r>
            <a:rPr lang="en-US" sz="1500" dirty="0"/>
            <a:t>Balance sheet</a:t>
          </a:r>
        </a:p>
      </dgm:t>
    </dgm:pt>
    <dgm:pt modelId="{DF69D404-972D-4EFB-B416-37600E8D004B}" type="parTrans" cxnId="{01CA2A2D-4900-4F0A-B5AA-70C26F011423}">
      <dgm:prSet/>
      <dgm:spPr/>
      <dgm:t>
        <a:bodyPr/>
        <a:lstStyle/>
        <a:p>
          <a:endParaRPr lang="en-US" sz="1500"/>
        </a:p>
      </dgm:t>
    </dgm:pt>
    <dgm:pt modelId="{76092A04-CEA9-4C2E-8168-AB0F5E60D4C5}" type="sibTrans" cxnId="{01CA2A2D-4900-4F0A-B5AA-70C26F011423}">
      <dgm:prSet/>
      <dgm:spPr/>
      <dgm:t>
        <a:bodyPr/>
        <a:lstStyle/>
        <a:p>
          <a:endParaRPr lang="en-US" sz="1500"/>
        </a:p>
      </dgm:t>
    </dgm:pt>
    <dgm:pt modelId="{7AE943EC-5382-4441-A250-C5125EA0AD8A}" type="pres">
      <dgm:prSet presAssocID="{6590A677-2857-4BBD-88C5-B8C751448989}" presName="diagram" presStyleCnt="0">
        <dgm:presLayoutVars>
          <dgm:dir/>
          <dgm:resizeHandles val="exact"/>
        </dgm:presLayoutVars>
      </dgm:prSet>
      <dgm:spPr/>
    </dgm:pt>
    <dgm:pt modelId="{287EAD93-565D-4978-A67B-8270A64D6418}" type="pres">
      <dgm:prSet presAssocID="{8822DDF5-47F2-4FCE-A855-07AD9BA5B704}" presName="node" presStyleLbl="node1" presStyleIdx="0" presStyleCnt="9">
        <dgm:presLayoutVars>
          <dgm:bulletEnabled val="1"/>
        </dgm:presLayoutVars>
      </dgm:prSet>
      <dgm:spPr/>
    </dgm:pt>
    <dgm:pt modelId="{8D4DFEE7-5B46-498C-A3E6-22E3AB7179B2}" type="pres">
      <dgm:prSet presAssocID="{F43A0FD4-231E-44FF-8721-7F34010268A2}" presName="sibTrans" presStyleCnt="0"/>
      <dgm:spPr/>
    </dgm:pt>
    <dgm:pt modelId="{2EC27EDA-C76B-49F8-BA09-8B849D9D50BF}" type="pres">
      <dgm:prSet presAssocID="{81873B62-CAA6-4FF5-A1CE-71A26F9B5944}" presName="node" presStyleLbl="node1" presStyleIdx="1" presStyleCnt="9">
        <dgm:presLayoutVars>
          <dgm:bulletEnabled val="1"/>
        </dgm:presLayoutVars>
      </dgm:prSet>
      <dgm:spPr/>
    </dgm:pt>
    <dgm:pt modelId="{69A2A054-01DF-49E3-86DF-F062718E3762}" type="pres">
      <dgm:prSet presAssocID="{333D942E-4315-40C9-9CCC-A60BBE1E0F09}" presName="sibTrans" presStyleCnt="0"/>
      <dgm:spPr/>
    </dgm:pt>
    <dgm:pt modelId="{8F19EB5C-05D7-463E-9B2B-CA616DBA52FB}" type="pres">
      <dgm:prSet presAssocID="{10885647-4306-4D81-8CE3-940CA62B8099}" presName="node" presStyleLbl="node1" presStyleIdx="2" presStyleCnt="9">
        <dgm:presLayoutVars>
          <dgm:bulletEnabled val="1"/>
        </dgm:presLayoutVars>
      </dgm:prSet>
      <dgm:spPr/>
    </dgm:pt>
    <dgm:pt modelId="{07713B5D-C945-470D-AC57-386B29A14EEC}" type="pres">
      <dgm:prSet presAssocID="{CAFB0B34-B5F9-4F6E-84AE-811828D2A8C7}" presName="sibTrans" presStyleCnt="0"/>
      <dgm:spPr/>
    </dgm:pt>
    <dgm:pt modelId="{660E9259-3D3F-45F1-8C49-CBECC72E951E}" type="pres">
      <dgm:prSet presAssocID="{DB4F634E-5997-4B86-9763-4AF046F719A5}" presName="node" presStyleLbl="node1" presStyleIdx="3" presStyleCnt="9">
        <dgm:presLayoutVars>
          <dgm:bulletEnabled val="1"/>
        </dgm:presLayoutVars>
      </dgm:prSet>
      <dgm:spPr/>
    </dgm:pt>
    <dgm:pt modelId="{CEC4A21D-D409-4749-9CC3-51CA0B10E7D9}" type="pres">
      <dgm:prSet presAssocID="{7AF40EE9-8B9A-425C-AC22-B5C4A59D8B72}" presName="sibTrans" presStyleCnt="0"/>
      <dgm:spPr/>
    </dgm:pt>
    <dgm:pt modelId="{D378DDBA-9C27-44E6-9756-2AD7F644640C}" type="pres">
      <dgm:prSet presAssocID="{67FDC0DB-ABDA-4D93-9F1A-AE6B838DB584}" presName="node" presStyleLbl="node1" presStyleIdx="4" presStyleCnt="9">
        <dgm:presLayoutVars>
          <dgm:bulletEnabled val="1"/>
        </dgm:presLayoutVars>
      </dgm:prSet>
      <dgm:spPr/>
    </dgm:pt>
    <dgm:pt modelId="{9B698296-222D-4EAB-9A89-247E910A2BD1}" type="pres">
      <dgm:prSet presAssocID="{B57F0152-301B-4EA7-A510-2BC9E478983E}" presName="sibTrans" presStyleCnt="0"/>
      <dgm:spPr/>
    </dgm:pt>
    <dgm:pt modelId="{80DF5466-65C6-43B5-9F05-90FE20630ED0}" type="pres">
      <dgm:prSet presAssocID="{47EA8C8C-64CF-416F-9890-9C6781B0F2A5}" presName="node" presStyleLbl="node1" presStyleIdx="5" presStyleCnt="9">
        <dgm:presLayoutVars>
          <dgm:bulletEnabled val="1"/>
        </dgm:presLayoutVars>
      </dgm:prSet>
      <dgm:spPr/>
    </dgm:pt>
    <dgm:pt modelId="{61267AD5-0F69-4BC2-ADCF-5C8602D3F13A}" type="pres">
      <dgm:prSet presAssocID="{1F4A6744-6A5B-4ADB-B0C2-958670C21D6D}" presName="sibTrans" presStyleCnt="0"/>
      <dgm:spPr/>
    </dgm:pt>
    <dgm:pt modelId="{CB8A6668-214A-4E3A-AFEB-2E5DA05CFE93}" type="pres">
      <dgm:prSet presAssocID="{E5BE4A32-911E-42A9-AA6F-0003473D9A9A}" presName="node" presStyleLbl="node1" presStyleIdx="6" presStyleCnt="9">
        <dgm:presLayoutVars>
          <dgm:bulletEnabled val="1"/>
        </dgm:presLayoutVars>
      </dgm:prSet>
      <dgm:spPr/>
    </dgm:pt>
    <dgm:pt modelId="{01032941-5F69-4F0C-942A-7C0C5F05F21F}" type="pres">
      <dgm:prSet presAssocID="{75AC090E-6CF3-498F-BDF3-ECAF3B90A101}" presName="sibTrans" presStyleCnt="0"/>
      <dgm:spPr/>
    </dgm:pt>
    <dgm:pt modelId="{ACBE2ADE-068E-4561-98A1-3212887EB073}" type="pres">
      <dgm:prSet presAssocID="{8F4E8362-8EE2-47AB-956A-E8D3EDACA614}" presName="node" presStyleLbl="node1" presStyleIdx="7" presStyleCnt="9">
        <dgm:presLayoutVars>
          <dgm:bulletEnabled val="1"/>
        </dgm:presLayoutVars>
      </dgm:prSet>
      <dgm:spPr/>
    </dgm:pt>
    <dgm:pt modelId="{A55AD875-1C37-43B3-8B94-11D2B0C4A0C2}" type="pres">
      <dgm:prSet presAssocID="{06358649-682A-468B-A992-4A1D47ECA3E4}" presName="sibTrans" presStyleCnt="0"/>
      <dgm:spPr/>
    </dgm:pt>
    <dgm:pt modelId="{8DC1FC28-593C-4CEE-8DE1-305063A5EDB8}" type="pres">
      <dgm:prSet presAssocID="{FCA4EB1C-3BF1-48E8-87A4-13C3B9C36AB6}" presName="node" presStyleLbl="node1" presStyleIdx="8" presStyleCnt="9">
        <dgm:presLayoutVars>
          <dgm:bulletEnabled val="1"/>
        </dgm:presLayoutVars>
      </dgm:prSet>
      <dgm:spPr/>
    </dgm:pt>
  </dgm:ptLst>
  <dgm:cxnLst>
    <dgm:cxn modelId="{BBEE0309-C1E6-4A95-AD33-834B7F51C6A3}" srcId="{6590A677-2857-4BBD-88C5-B8C751448989}" destId="{10885647-4306-4D81-8CE3-940CA62B8099}" srcOrd="2" destOrd="0" parTransId="{6B48F970-5230-4248-9A5B-D28FCB581C79}" sibTransId="{CAFB0B34-B5F9-4F6E-84AE-811828D2A8C7}"/>
    <dgm:cxn modelId="{62907821-3ED1-4889-A54B-ED013D063FF4}" srcId="{6590A677-2857-4BBD-88C5-B8C751448989}" destId="{E5BE4A32-911E-42A9-AA6F-0003473D9A9A}" srcOrd="6" destOrd="0" parTransId="{153C1F72-414D-4141-9E32-0904996A2226}" sibTransId="{75AC090E-6CF3-498F-BDF3-ECAF3B90A101}"/>
    <dgm:cxn modelId="{01CA2A2D-4900-4F0A-B5AA-70C26F011423}" srcId="{6590A677-2857-4BBD-88C5-B8C751448989}" destId="{FCA4EB1C-3BF1-48E8-87A4-13C3B9C36AB6}" srcOrd="8" destOrd="0" parTransId="{DF69D404-972D-4EFB-B416-37600E8D004B}" sibTransId="{76092A04-CEA9-4C2E-8168-AB0F5E60D4C5}"/>
    <dgm:cxn modelId="{29D85146-8DF7-4E92-8CFB-22EF619C3CEB}" srcId="{6590A677-2857-4BBD-88C5-B8C751448989}" destId="{47EA8C8C-64CF-416F-9890-9C6781B0F2A5}" srcOrd="5" destOrd="0" parTransId="{B0DA86A6-1AE9-4463-9021-5DBD27149B41}" sibTransId="{1F4A6744-6A5B-4ADB-B0C2-958670C21D6D}"/>
    <dgm:cxn modelId="{7836BD66-0684-4DAE-92D4-E34CAC08F6C5}" type="presOf" srcId="{6590A677-2857-4BBD-88C5-B8C751448989}" destId="{7AE943EC-5382-4441-A250-C5125EA0AD8A}" srcOrd="0" destOrd="0" presId="urn:microsoft.com/office/officeart/2005/8/layout/default"/>
    <dgm:cxn modelId="{CD478449-1ADA-4D68-9803-5E74D4D8D8A9}" srcId="{6590A677-2857-4BBD-88C5-B8C751448989}" destId="{DB4F634E-5997-4B86-9763-4AF046F719A5}" srcOrd="3" destOrd="0" parTransId="{85C7D7E7-272B-40F5-BCE4-CC962C8F13C3}" sibTransId="{7AF40EE9-8B9A-425C-AC22-B5C4A59D8B72}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D8079250-5E1F-4C0D-8361-D399D3BD1380}" type="presOf" srcId="{47EA8C8C-64CF-416F-9890-9C6781B0F2A5}" destId="{80DF5466-65C6-43B5-9F05-90FE20630ED0}" srcOrd="0" destOrd="0" presId="urn:microsoft.com/office/officeart/2005/8/layout/default"/>
    <dgm:cxn modelId="{C2F16251-0FDC-4EB4-86B8-C15510294D75}" type="presOf" srcId="{67FDC0DB-ABDA-4D93-9F1A-AE6B838DB584}" destId="{D378DDBA-9C27-44E6-9756-2AD7F644640C}" srcOrd="0" destOrd="0" presId="urn:microsoft.com/office/officeart/2005/8/layout/default"/>
    <dgm:cxn modelId="{B79EDF54-6BF7-4A6F-B00D-87BCE60A75DF}" type="presOf" srcId="{8822DDF5-47F2-4FCE-A855-07AD9BA5B704}" destId="{287EAD93-565D-4978-A67B-8270A64D6418}" srcOrd="0" destOrd="0" presId="urn:microsoft.com/office/officeart/2005/8/layout/default"/>
    <dgm:cxn modelId="{680F2D84-723B-48A6-BA22-7DB080F681B1}" srcId="{6590A677-2857-4BBD-88C5-B8C751448989}" destId="{81873B62-CAA6-4FF5-A1CE-71A26F9B5944}" srcOrd="1" destOrd="0" parTransId="{23F22C24-912E-41E5-9D30-349E312DFC46}" sibTransId="{333D942E-4315-40C9-9CCC-A60BBE1E0F09}"/>
    <dgm:cxn modelId="{05FE3597-E182-40BB-84D8-D5202B5C2E4E}" srcId="{6590A677-2857-4BBD-88C5-B8C751448989}" destId="{8F4E8362-8EE2-47AB-956A-E8D3EDACA614}" srcOrd="7" destOrd="0" parTransId="{7CF7C323-1F79-4D28-9CBB-BD418F4179DB}" sibTransId="{06358649-682A-468B-A992-4A1D47ECA3E4}"/>
    <dgm:cxn modelId="{1EF2009A-857E-437F-B4F2-D838EF0D1256}" type="presOf" srcId="{81873B62-CAA6-4FF5-A1CE-71A26F9B5944}" destId="{2EC27EDA-C76B-49F8-BA09-8B849D9D50BF}" srcOrd="0" destOrd="0" presId="urn:microsoft.com/office/officeart/2005/8/layout/default"/>
    <dgm:cxn modelId="{2E157E9A-A4D0-4644-9189-3ED8BB8E026B}" type="presOf" srcId="{FCA4EB1C-3BF1-48E8-87A4-13C3B9C36AB6}" destId="{8DC1FC28-593C-4CEE-8DE1-305063A5EDB8}" srcOrd="0" destOrd="0" presId="urn:microsoft.com/office/officeart/2005/8/layout/default"/>
    <dgm:cxn modelId="{1F35B4AB-CBA5-40B0-B9A4-73335BF2E2C4}" type="presOf" srcId="{DB4F634E-5997-4B86-9763-4AF046F719A5}" destId="{660E9259-3D3F-45F1-8C49-CBECC72E951E}" srcOrd="0" destOrd="0" presId="urn:microsoft.com/office/officeart/2005/8/layout/default"/>
    <dgm:cxn modelId="{40EC3DB3-0D26-48EB-976F-579884B3FB84}" type="presOf" srcId="{8F4E8362-8EE2-47AB-956A-E8D3EDACA614}" destId="{ACBE2ADE-068E-4561-98A1-3212887EB073}" srcOrd="0" destOrd="0" presId="urn:microsoft.com/office/officeart/2005/8/layout/default"/>
    <dgm:cxn modelId="{6CD9D9CB-3FB2-4AC9-88A7-D23D718C60D1}" srcId="{6590A677-2857-4BBD-88C5-B8C751448989}" destId="{67FDC0DB-ABDA-4D93-9F1A-AE6B838DB584}" srcOrd="4" destOrd="0" parTransId="{0EAFCA24-DCD3-4862-8C09-48E1167FB839}" sibTransId="{B57F0152-301B-4EA7-A510-2BC9E478983E}"/>
    <dgm:cxn modelId="{B57C66CC-47D3-4C43-A854-275596F9E904}" type="presOf" srcId="{10885647-4306-4D81-8CE3-940CA62B8099}" destId="{8F19EB5C-05D7-463E-9B2B-CA616DBA52FB}" srcOrd="0" destOrd="0" presId="urn:microsoft.com/office/officeart/2005/8/layout/default"/>
    <dgm:cxn modelId="{24E1BFD4-45DE-4119-9868-3A3EA3B73758}" type="presOf" srcId="{E5BE4A32-911E-42A9-AA6F-0003473D9A9A}" destId="{CB8A6668-214A-4E3A-AFEB-2E5DA05CFE93}" srcOrd="0" destOrd="0" presId="urn:microsoft.com/office/officeart/2005/8/layout/default"/>
    <dgm:cxn modelId="{89574F2A-A859-460B-8E14-A435ED3C0E92}" type="presParOf" srcId="{7AE943EC-5382-4441-A250-C5125EA0AD8A}" destId="{287EAD93-565D-4978-A67B-8270A64D6418}" srcOrd="0" destOrd="0" presId="urn:microsoft.com/office/officeart/2005/8/layout/default"/>
    <dgm:cxn modelId="{DF230819-D02B-42C5-9ABB-5B408BC655A7}" type="presParOf" srcId="{7AE943EC-5382-4441-A250-C5125EA0AD8A}" destId="{8D4DFEE7-5B46-498C-A3E6-22E3AB7179B2}" srcOrd="1" destOrd="0" presId="urn:microsoft.com/office/officeart/2005/8/layout/default"/>
    <dgm:cxn modelId="{FE4EBBF5-4846-4161-B3E8-066114E60A30}" type="presParOf" srcId="{7AE943EC-5382-4441-A250-C5125EA0AD8A}" destId="{2EC27EDA-C76B-49F8-BA09-8B849D9D50BF}" srcOrd="2" destOrd="0" presId="urn:microsoft.com/office/officeart/2005/8/layout/default"/>
    <dgm:cxn modelId="{2127268D-3885-4D43-BF82-18A603BA5D48}" type="presParOf" srcId="{7AE943EC-5382-4441-A250-C5125EA0AD8A}" destId="{69A2A054-01DF-49E3-86DF-F062718E3762}" srcOrd="3" destOrd="0" presId="urn:microsoft.com/office/officeart/2005/8/layout/default"/>
    <dgm:cxn modelId="{BDA9186D-57C6-41FA-BB22-64E11B1325D4}" type="presParOf" srcId="{7AE943EC-5382-4441-A250-C5125EA0AD8A}" destId="{8F19EB5C-05D7-463E-9B2B-CA616DBA52FB}" srcOrd="4" destOrd="0" presId="urn:microsoft.com/office/officeart/2005/8/layout/default"/>
    <dgm:cxn modelId="{4080553C-16E1-4C3E-8983-F570B76089A9}" type="presParOf" srcId="{7AE943EC-5382-4441-A250-C5125EA0AD8A}" destId="{07713B5D-C945-470D-AC57-386B29A14EEC}" srcOrd="5" destOrd="0" presId="urn:microsoft.com/office/officeart/2005/8/layout/default"/>
    <dgm:cxn modelId="{65EE6FE2-38CC-431A-96EF-AA4D2AAEFCC1}" type="presParOf" srcId="{7AE943EC-5382-4441-A250-C5125EA0AD8A}" destId="{660E9259-3D3F-45F1-8C49-CBECC72E951E}" srcOrd="6" destOrd="0" presId="urn:microsoft.com/office/officeart/2005/8/layout/default"/>
    <dgm:cxn modelId="{3631E787-FE06-4214-A04B-A6E3574DB8EB}" type="presParOf" srcId="{7AE943EC-5382-4441-A250-C5125EA0AD8A}" destId="{CEC4A21D-D409-4749-9CC3-51CA0B10E7D9}" srcOrd="7" destOrd="0" presId="urn:microsoft.com/office/officeart/2005/8/layout/default"/>
    <dgm:cxn modelId="{D02BEDE1-93D6-4B4E-A255-2B87D395E751}" type="presParOf" srcId="{7AE943EC-5382-4441-A250-C5125EA0AD8A}" destId="{D378DDBA-9C27-44E6-9756-2AD7F644640C}" srcOrd="8" destOrd="0" presId="urn:microsoft.com/office/officeart/2005/8/layout/default"/>
    <dgm:cxn modelId="{DDAB3FFF-CE8C-4D6F-9F97-879E15CD31A3}" type="presParOf" srcId="{7AE943EC-5382-4441-A250-C5125EA0AD8A}" destId="{9B698296-222D-4EAB-9A89-247E910A2BD1}" srcOrd="9" destOrd="0" presId="urn:microsoft.com/office/officeart/2005/8/layout/default"/>
    <dgm:cxn modelId="{E5F1B06E-79AB-44B4-81E3-A772B264BC42}" type="presParOf" srcId="{7AE943EC-5382-4441-A250-C5125EA0AD8A}" destId="{80DF5466-65C6-43B5-9F05-90FE20630ED0}" srcOrd="10" destOrd="0" presId="urn:microsoft.com/office/officeart/2005/8/layout/default"/>
    <dgm:cxn modelId="{CEF63BA2-1EC3-4835-9737-8EE1BECD4B52}" type="presParOf" srcId="{7AE943EC-5382-4441-A250-C5125EA0AD8A}" destId="{61267AD5-0F69-4BC2-ADCF-5C8602D3F13A}" srcOrd="11" destOrd="0" presId="urn:microsoft.com/office/officeart/2005/8/layout/default"/>
    <dgm:cxn modelId="{DA7014B8-7787-47E7-B227-4211483AEFD5}" type="presParOf" srcId="{7AE943EC-5382-4441-A250-C5125EA0AD8A}" destId="{CB8A6668-214A-4E3A-AFEB-2E5DA05CFE93}" srcOrd="12" destOrd="0" presId="urn:microsoft.com/office/officeart/2005/8/layout/default"/>
    <dgm:cxn modelId="{16D1B05D-E5B5-48BB-85FC-766213EA0B79}" type="presParOf" srcId="{7AE943EC-5382-4441-A250-C5125EA0AD8A}" destId="{01032941-5F69-4F0C-942A-7C0C5F05F21F}" srcOrd="13" destOrd="0" presId="urn:microsoft.com/office/officeart/2005/8/layout/default"/>
    <dgm:cxn modelId="{B9B39D65-DA56-4135-90E4-836CF6FE61B4}" type="presParOf" srcId="{7AE943EC-5382-4441-A250-C5125EA0AD8A}" destId="{ACBE2ADE-068E-4561-98A1-3212887EB073}" srcOrd="14" destOrd="0" presId="urn:microsoft.com/office/officeart/2005/8/layout/default"/>
    <dgm:cxn modelId="{CEB595F4-D664-4B01-911B-C677FCDCC484}" type="presParOf" srcId="{7AE943EC-5382-4441-A250-C5125EA0AD8A}" destId="{A55AD875-1C37-43B3-8B94-11D2B0C4A0C2}" srcOrd="15" destOrd="0" presId="urn:microsoft.com/office/officeart/2005/8/layout/default"/>
    <dgm:cxn modelId="{BBE92EF7-F8BE-4F42-8BF8-11BFB3DBD24A}" type="presParOf" srcId="{7AE943EC-5382-4441-A250-C5125EA0AD8A}" destId="{8DC1FC28-593C-4CEE-8DE1-305063A5EDB8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r>
            <a:rPr lang="en-US" sz="1500" dirty="0"/>
            <a:t>Java based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endParaRPr lang="en-US" sz="15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endParaRPr lang="en-US" sz="1500"/>
        </a:p>
      </dgm:t>
    </dgm:pt>
    <dgm:pt modelId="{BC5D76BD-FEA3-4B00-885B-A57837AE0612}">
      <dgm:prSet custT="1"/>
      <dgm:spPr/>
      <dgm:t>
        <a:bodyPr/>
        <a:lstStyle/>
        <a:p>
          <a:r>
            <a:rPr lang="en-US" sz="1500" dirty="0"/>
            <a:t>MSSQL reliable</a:t>
          </a:r>
        </a:p>
      </dgm:t>
    </dgm:pt>
    <dgm:pt modelId="{30BC9190-36E4-4401-926B-516CEE2E5088}" type="parTrans" cxnId="{11347AFD-B7FD-4BBE-8F06-0B046A3D784F}">
      <dgm:prSet/>
      <dgm:spPr/>
      <dgm:t>
        <a:bodyPr/>
        <a:lstStyle/>
        <a:p>
          <a:endParaRPr lang="en-US" sz="1500"/>
        </a:p>
      </dgm:t>
    </dgm:pt>
    <dgm:pt modelId="{EFCE31EA-F39C-4AB3-9AAF-2515F6328FCC}" type="sibTrans" cxnId="{11347AFD-B7FD-4BBE-8F06-0B046A3D784F}">
      <dgm:prSet/>
      <dgm:spPr/>
      <dgm:t>
        <a:bodyPr/>
        <a:lstStyle/>
        <a:p>
          <a:endParaRPr lang="en-US" sz="1500"/>
        </a:p>
      </dgm:t>
    </dgm:pt>
    <dgm:pt modelId="{D39410AF-1286-402D-8FF8-956AD5C22936}">
      <dgm:prSet custT="1"/>
      <dgm:spPr/>
      <dgm:t>
        <a:bodyPr/>
        <a:lstStyle/>
        <a:p>
          <a:r>
            <a:rPr lang="en-US" sz="1500" dirty="0"/>
            <a:t>High availability</a:t>
          </a:r>
        </a:p>
      </dgm:t>
    </dgm:pt>
    <dgm:pt modelId="{6636F1AF-13CE-445A-8AD7-90F2313C001A}" type="parTrans" cxnId="{4EBF3856-FB4D-47A6-9F87-0E803BEB851A}">
      <dgm:prSet/>
      <dgm:spPr/>
      <dgm:t>
        <a:bodyPr/>
        <a:lstStyle/>
        <a:p>
          <a:endParaRPr lang="en-US" sz="1500"/>
        </a:p>
      </dgm:t>
    </dgm:pt>
    <dgm:pt modelId="{E7521F99-7C35-4EA2-B116-01AC8349211B}" type="sibTrans" cxnId="{4EBF3856-FB4D-47A6-9F87-0E803BEB851A}">
      <dgm:prSet/>
      <dgm:spPr/>
      <dgm:t>
        <a:bodyPr/>
        <a:lstStyle/>
        <a:p>
          <a:endParaRPr lang="en-US" sz="1500"/>
        </a:p>
      </dgm:t>
    </dgm:pt>
    <dgm:pt modelId="{3DC9374D-511A-4A78-BDC3-6191DBED1157}">
      <dgm:prSet custT="1"/>
      <dgm:spPr/>
      <dgm:t>
        <a:bodyPr/>
        <a:lstStyle/>
        <a:p>
          <a:r>
            <a:rPr lang="en-US" sz="1500" dirty="0"/>
            <a:t>Scalable system</a:t>
          </a:r>
        </a:p>
      </dgm:t>
    </dgm:pt>
    <dgm:pt modelId="{C9B64502-C4F8-48CB-B03A-0855F183EE4B}" type="parTrans" cxnId="{C6B191B6-8B91-4B12-A8C0-3FE00C0139AB}">
      <dgm:prSet/>
      <dgm:spPr/>
      <dgm:t>
        <a:bodyPr/>
        <a:lstStyle/>
        <a:p>
          <a:endParaRPr lang="en-US" sz="1500"/>
        </a:p>
      </dgm:t>
    </dgm:pt>
    <dgm:pt modelId="{E9FDFEB4-761B-4DD4-8349-96993FF3BB5F}" type="sibTrans" cxnId="{C6B191B6-8B91-4B12-A8C0-3FE00C0139AB}">
      <dgm:prSet/>
      <dgm:spPr/>
      <dgm:t>
        <a:bodyPr/>
        <a:lstStyle/>
        <a:p>
          <a:endParaRPr lang="en-US" sz="1500"/>
        </a:p>
      </dgm:t>
    </dgm:pt>
    <dgm:pt modelId="{A3192FBC-FD54-4F23-8823-6CA83C3C5808}">
      <dgm:prSet custT="1"/>
      <dgm:spPr/>
      <dgm:t>
        <a:bodyPr/>
        <a:lstStyle/>
        <a:p>
          <a:r>
            <a:rPr lang="en-US" sz="1500" dirty="0"/>
            <a:t>Data backup</a:t>
          </a:r>
        </a:p>
      </dgm:t>
    </dgm:pt>
    <dgm:pt modelId="{023C404B-7C7D-43A5-9E7C-53A9398C59C3}" type="parTrans" cxnId="{3AF68494-B447-49ED-B3A5-281D705CC308}">
      <dgm:prSet/>
      <dgm:spPr/>
      <dgm:t>
        <a:bodyPr/>
        <a:lstStyle/>
        <a:p>
          <a:endParaRPr lang="en-US" sz="1500"/>
        </a:p>
      </dgm:t>
    </dgm:pt>
    <dgm:pt modelId="{3E36771F-FD1D-4DAD-A42D-4D046F76F2AD}" type="sibTrans" cxnId="{3AF68494-B447-49ED-B3A5-281D705CC308}">
      <dgm:prSet/>
      <dgm:spPr/>
      <dgm:t>
        <a:bodyPr/>
        <a:lstStyle/>
        <a:p>
          <a:endParaRPr lang="en-US" sz="1500"/>
        </a:p>
      </dgm:t>
    </dgm:pt>
    <dgm:pt modelId="{4EDB5282-2E10-406D-8656-881B1C1673FA}">
      <dgm:prSet custT="1"/>
      <dgm:spPr/>
      <dgm:t>
        <a:bodyPr/>
        <a:lstStyle/>
        <a:p>
          <a:r>
            <a:rPr lang="en-US" sz="1500" dirty="0"/>
            <a:t>Disaster recovery</a:t>
          </a:r>
        </a:p>
      </dgm:t>
    </dgm:pt>
    <dgm:pt modelId="{42005E50-9630-4170-8D27-DCB07F0A84A8}" type="parTrans" cxnId="{C25BEE85-6C0E-4E11-B83F-8CA0EFA4DE51}">
      <dgm:prSet/>
      <dgm:spPr/>
      <dgm:t>
        <a:bodyPr/>
        <a:lstStyle/>
        <a:p>
          <a:endParaRPr lang="en-US" sz="1500"/>
        </a:p>
      </dgm:t>
    </dgm:pt>
    <dgm:pt modelId="{F88AC4D4-342E-45CA-8059-BB44FAF532EC}" type="sibTrans" cxnId="{C25BEE85-6C0E-4E11-B83F-8CA0EFA4DE51}">
      <dgm:prSet/>
      <dgm:spPr/>
      <dgm:t>
        <a:bodyPr/>
        <a:lstStyle/>
        <a:p>
          <a:endParaRPr lang="en-US" sz="1500"/>
        </a:p>
      </dgm:t>
    </dgm:pt>
    <dgm:pt modelId="{7F94B2C7-6EC6-40F5-9E1C-FB83C305DC5E}">
      <dgm:prSet custT="1"/>
      <dgm:spPr/>
      <dgm:t>
        <a:bodyPr/>
        <a:lstStyle/>
        <a:p>
          <a:r>
            <a:rPr lang="en-US" sz="1500" dirty="0"/>
            <a:t>Multi-organization</a:t>
          </a:r>
        </a:p>
      </dgm:t>
    </dgm:pt>
    <dgm:pt modelId="{85C178EB-D5C4-4060-AF04-EFBFD94DFEBF}" type="parTrans" cxnId="{1FF9B197-B7FB-46A8-A670-60FECE8905D6}">
      <dgm:prSet/>
      <dgm:spPr/>
      <dgm:t>
        <a:bodyPr/>
        <a:lstStyle/>
        <a:p>
          <a:endParaRPr lang="en-US" sz="1500"/>
        </a:p>
      </dgm:t>
    </dgm:pt>
    <dgm:pt modelId="{8D9E12CC-0997-4C15-A1A6-30303F998831}" type="sibTrans" cxnId="{1FF9B197-B7FB-46A8-A670-60FECE8905D6}">
      <dgm:prSet/>
      <dgm:spPr/>
      <dgm:t>
        <a:bodyPr/>
        <a:lstStyle/>
        <a:p>
          <a:endParaRPr lang="en-US" sz="1500"/>
        </a:p>
      </dgm:t>
    </dgm:pt>
    <dgm:pt modelId="{85F2D3F6-938B-436A-911C-ADCBB4D67E5A}">
      <dgm:prSet custT="1"/>
      <dgm:spPr/>
      <dgm:t>
        <a:bodyPr/>
        <a:lstStyle/>
        <a:p>
          <a:r>
            <a:rPr lang="en-US" sz="1500" dirty="0"/>
            <a:t>User friendly</a:t>
          </a:r>
        </a:p>
      </dgm:t>
    </dgm:pt>
    <dgm:pt modelId="{47792688-7F4A-40ED-9ED1-B93ABBE08753}" type="parTrans" cxnId="{3800695D-C8B4-4D87-8E91-55C1D416E031}">
      <dgm:prSet/>
      <dgm:spPr/>
      <dgm:t>
        <a:bodyPr/>
        <a:lstStyle/>
        <a:p>
          <a:endParaRPr lang="en-US" sz="1500"/>
        </a:p>
      </dgm:t>
    </dgm:pt>
    <dgm:pt modelId="{A7110DF0-49D8-4340-A352-54376A410EBB}" type="sibTrans" cxnId="{3800695D-C8B4-4D87-8E91-55C1D416E031}">
      <dgm:prSet/>
      <dgm:spPr/>
      <dgm:t>
        <a:bodyPr/>
        <a:lstStyle/>
        <a:p>
          <a:endParaRPr lang="en-US" sz="1500"/>
        </a:p>
      </dgm:t>
    </dgm:pt>
    <dgm:pt modelId="{95014322-1D62-4307-9EF2-AB1D6251EB8C}">
      <dgm:prSet custT="1"/>
      <dgm:spPr/>
      <dgm:t>
        <a:bodyPr/>
        <a:lstStyle/>
        <a:p>
          <a:r>
            <a:rPr lang="en-US" sz="1500" dirty="0"/>
            <a:t>Server Monitoring</a:t>
          </a:r>
        </a:p>
      </dgm:t>
    </dgm:pt>
    <dgm:pt modelId="{AD1C151B-1792-4087-B102-952FBD482C01}" type="parTrans" cxnId="{143991F1-AF7F-4B82-B79A-C8776D2D294D}">
      <dgm:prSet/>
      <dgm:spPr/>
      <dgm:t>
        <a:bodyPr/>
        <a:lstStyle/>
        <a:p>
          <a:endParaRPr lang="en-US" sz="1500"/>
        </a:p>
      </dgm:t>
    </dgm:pt>
    <dgm:pt modelId="{0C61B1F6-55C3-4F93-99B3-A98BE760CF40}" type="sibTrans" cxnId="{143991F1-AF7F-4B82-B79A-C8776D2D294D}">
      <dgm:prSet/>
      <dgm:spPr/>
      <dgm:t>
        <a:bodyPr/>
        <a:lstStyle/>
        <a:p>
          <a:endParaRPr lang="en-US" sz="1500"/>
        </a:p>
      </dgm:t>
    </dgm:pt>
    <dgm:pt modelId="{7AE943EC-5382-4441-A250-C5125EA0AD8A}" type="pres">
      <dgm:prSet presAssocID="{6590A677-2857-4BBD-88C5-B8C751448989}" presName="diagram" presStyleCnt="0">
        <dgm:presLayoutVars>
          <dgm:dir/>
          <dgm:resizeHandles val="exact"/>
        </dgm:presLayoutVars>
      </dgm:prSet>
      <dgm:spPr/>
    </dgm:pt>
    <dgm:pt modelId="{287EAD93-565D-4978-A67B-8270A64D6418}" type="pres">
      <dgm:prSet presAssocID="{8822DDF5-47F2-4FCE-A855-07AD9BA5B704}" presName="node" presStyleLbl="node1" presStyleIdx="0" presStyleCnt="9">
        <dgm:presLayoutVars>
          <dgm:bulletEnabled val="1"/>
        </dgm:presLayoutVars>
      </dgm:prSet>
      <dgm:spPr/>
    </dgm:pt>
    <dgm:pt modelId="{8D4DFEE7-5B46-498C-A3E6-22E3AB7179B2}" type="pres">
      <dgm:prSet presAssocID="{F43A0FD4-231E-44FF-8721-7F34010268A2}" presName="sibTrans" presStyleCnt="0"/>
      <dgm:spPr/>
    </dgm:pt>
    <dgm:pt modelId="{E058AAA7-F41D-4150-BC1E-4D7BA252D268}" type="pres">
      <dgm:prSet presAssocID="{BC5D76BD-FEA3-4B00-885B-A57837AE0612}" presName="node" presStyleLbl="node1" presStyleIdx="1" presStyleCnt="9">
        <dgm:presLayoutVars>
          <dgm:bulletEnabled val="1"/>
        </dgm:presLayoutVars>
      </dgm:prSet>
      <dgm:spPr/>
    </dgm:pt>
    <dgm:pt modelId="{DAA5BCB4-2688-46CE-BAD1-273BB34773CD}" type="pres">
      <dgm:prSet presAssocID="{EFCE31EA-F39C-4AB3-9AAF-2515F6328FCC}" presName="sibTrans" presStyleCnt="0"/>
      <dgm:spPr/>
    </dgm:pt>
    <dgm:pt modelId="{4C95EF92-3ED8-4DF1-861D-475E9CD9AD5A}" type="pres">
      <dgm:prSet presAssocID="{D39410AF-1286-402D-8FF8-956AD5C22936}" presName="node" presStyleLbl="node1" presStyleIdx="2" presStyleCnt="9">
        <dgm:presLayoutVars>
          <dgm:bulletEnabled val="1"/>
        </dgm:presLayoutVars>
      </dgm:prSet>
      <dgm:spPr/>
    </dgm:pt>
    <dgm:pt modelId="{B45DED7F-04A1-455B-B7AC-48E315533E6A}" type="pres">
      <dgm:prSet presAssocID="{E7521F99-7C35-4EA2-B116-01AC8349211B}" presName="sibTrans" presStyleCnt="0"/>
      <dgm:spPr/>
    </dgm:pt>
    <dgm:pt modelId="{4BECE5B6-7F54-449F-AE89-C0F280D714E1}" type="pres">
      <dgm:prSet presAssocID="{3DC9374D-511A-4A78-BDC3-6191DBED1157}" presName="node" presStyleLbl="node1" presStyleIdx="3" presStyleCnt="9">
        <dgm:presLayoutVars>
          <dgm:bulletEnabled val="1"/>
        </dgm:presLayoutVars>
      </dgm:prSet>
      <dgm:spPr/>
    </dgm:pt>
    <dgm:pt modelId="{13CBFA60-FE61-4E04-AB2C-37B68C4387A6}" type="pres">
      <dgm:prSet presAssocID="{E9FDFEB4-761B-4DD4-8349-96993FF3BB5F}" presName="sibTrans" presStyleCnt="0"/>
      <dgm:spPr/>
    </dgm:pt>
    <dgm:pt modelId="{AD9C1C7F-2236-430A-A7EE-DE6E4CF93F25}" type="pres">
      <dgm:prSet presAssocID="{A3192FBC-FD54-4F23-8823-6CA83C3C5808}" presName="node" presStyleLbl="node1" presStyleIdx="4" presStyleCnt="9">
        <dgm:presLayoutVars>
          <dgm:bulletEnabled val="1"/>
        </dgm:presLayoutVars>
      </dgm:prSet>
      <dgm:spPr/>
    </dgm:pt>
    <dgm:pt modelId="{666AA999-7018-4589-878F-358528BFC3B3}" type="pres">
      <dgm:prSet presAssocID="{3E36771F-FD1D-4DAD-A42D-4D046F76F2AD}" presName="sibTrans" presStyleCnt="0"/>
      <dgm:spPr/>
    </dgm:pt>
    <dgm:pt modelId="{C9FB24D0-7083-4F23-89E1-BCDE27C09F4C}" type="pres">
      <dgm:prSet presAssocID="{4EDB5282-2E10-406D-8656-881B1C1673FA}" presName="node" presStyleLbl="node1" presStyleIdx="5" presStyleCnt="9">
        <dgm:presLayoutVars>
          <dgm:bulletEnabled val="1"/>
        </dgm:presLayoutVars>
      </dgm:prSet>
      <dgm:spPr/>
    </dgm:pt>
    <dgm:pt modelId="{8FD9B231-41D2-4726-B6B5-9B2C4365FD1A}" type="pres">
      <dgm:prSet presAssocID="{F88AC4D4-342E-45CA-8059-BB44FAF532EC}" presName="sibTrans" presStyleCnt="0"/>
      <dgm:spPr/>
    </dgm:pt>
    <dgm:pt modelId="{B98F8F8A-EBF3-4F84-B770-C61BD02781A8}" type="pres">
      <dgm:prSet presAssocID="{7F94B2C7-6EC6-40F5-9E1C-FB83C305DC5E}" presName="node" presStyleLbl="node1" presStyleIdx="6" presStyleCnt="9">
        <dgm:presLayoutVars>
          <dgm:bulletEnabled val="1"/>
        </dgm:presLayoutVars>
      </dgm:prSet>
      <dgm:spPr/>
    </dgm:pt>
    <dgm:pt modelId="{6C1C2E4E-27E2-4F07-9498-4F2B126E36C2}" type="pres">
      <dgm:prSet presAssocID="{8D9E12CC-0997-4C15-A1A6-30303F998831}" presName="sibTrans" presStyleCnt="0"/>
      <dgm:spPr/>
    </dgm:pt>
    <dgm:pt modelId="{5B933113-DE42-4075-937C-D7DEA71B4D2C}" type="pres">
      <dgm:prSet presAssocID="{85F2D3F6-938B-436A-911C-ADCBB4D67E5A}" presName="node" presStyleLbl="node1" presStyleIdx="7" presStyleCnt="9">
        <dgm:presLayoutVars>
          <dgm:bulletEnabled val="1"/>
        </dgm:presLayoutVars>
      </dgm:prSet>
      <dgm:spPr/>
    </dgm:pt>
    <dgm:pt modelId="{9A2F00D5-872B-4BB0-9C57-EF873A80F90C}" type="pres">
      <dgm:prSet presAssocID="{A7110DF0-49D8-4340-A352-54376A410EBB}" presName="sibTrans" presStyleCnt="0"/>
      <dgm:spPr/>
    </dgm:pt>
    <dgm:pt modelId="{4D6E63BB-C71B-4358-B545-AF03137D6505}" type="pres">
      <dgm:prSet presAssocID="{95014322-1D62-4307-9EF2-AB1D6251EB8C}" presName="node" presStyleLbl="node1" presStyleIdx="8" presStyleCnt="9">
        <dgm:presLayoutVars>
          <dgm:bulletEnabled val="1"/>
        </dgm:presLayoutVars>
      </dgm:prSet>
      <dgm:spPr/>
    </dgm:pt>
  </dgm:ptLst>
  <dgm:cxnLst>
    <dgm:cxn modelId="{EB732620-BF50-4E97-81C1-4725DC25522E}" type="presOf" srcId="{85F2D3F6-938B-436A-911C-ADCBB4D67E5A}" destId="{5B933113-DE42-4075-937C-D7DEA71B4D2C}" srcOrd="0" destOrd="0" presId="urn:microsoft.com/office/officeart/2005/8/layout/default"/>
    <dgm:cxn modelId="{11C20E22-5B34-4101-A80D-989EF333CABF}" type="presOf" srcId="{BC5D76BD-FEA3-4B00-885B-A57837AE0612}" destId="{E058AAA7-F41D-4150-BC1E-4D7BA252D268}" srcOrd="0" destOrd="0" presId="urn:microsoft.com/office/officeart/2005/8/layout/default"/>
    <dgm:cxn modelId="{257DFD22-26A1-4BA4-A088-139284809AD2}" type="presOf" srcId="{4EDB5282-2E10-406D-8656-881B1C1673FA}" destId="{C9FB24D0-7083-4F23-89E1-BCDE27C09F4C}" srcOrd="0" destOrd="0" presId="urn:microsoft.com/office/officeart/2005/8/layout/default"/>
    <dgm:cxn modelId="{3800695D-C8B4-4D87-8E91-55C1D416E031}" srcId="{6590A677-2857-4BBD-88C5-B8C751448989}" destId="{85F2D3F6-938B-436A-911C-ADCBB4D67E5A}" srcOrd="7" destOrd="0" parTransId="{47792688-7F4A-40ED-9ED1-B93ABBE08753}" sibTransId="{A7110DF0-49D8-4340-A352-54376A410EBB}"/>
    <dgm:cxn modelId="{7836BD66-0684-4DAE-92D4-E34CAC08F6C5}" type="presOf" srcId="{6590A677-2857-4BBD-88C5-B8C751448989}" destId="{7AE943EC-5382-4441-A250-C5125EA0AD8A}" srcOrd="0" destOrd="0" presId="urn:microsoft.com/office/officeart/2005/8/layout/default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2FD92C73-7FB7-49BC-A2D5-9198E33F9F19}" type="presOf" srcId="{3DC9374D-511A-4A78-BDC3-6191DBED1157}" destId="{4BECE5B6-7F54-449F-AE89-C0F280D714E1}" srcOrd="0" destOrd="0" presId="urn:microsoft.com/office/officeart/2005/8/layout/default"/>
    <dgm:cxn modelId="{B79EDF54-6BF7-4A6F-B00D-87BCE60A75DF}" type="presOf" srcId="{8822DDF5-47F2-4FCE-A855-07AD9BA5B704}" destId="{287EAD93-565D-4978-A67B-8270A64D6418}" srcOrd="0" destOrd="0" presId="urn:microsoft.com/office/officeart/2005/8/layout/default"/>
    <dgm:cxn modelId="{4EBF3856-FB4D-47A6-9F87-0E803BEB851A}" srcId="{6590A677-2857-4BBD-88C5-B8C751448989}" destId="{D39410AF-1286-402D-8FF8-956AD5C22936}" srcOrd="2" destOrd="0" parTransId="{6636F1AF-13CE-445A-8AD7-90F2313C001A}" sibTransId="{E7521F99-7C35-4EA2-B116-01AC8349211B}"/>
    <dgm:cxn modelId="{C25BEE85-6C0E-4E11-B83F-8CA0EFA4DE51}" srcId="{6590A677-2857-4BBD-88C5-B8C751448989}" destId="{4EDB5282-2E10-406D-8656-881B1C1673FA}" srcOrd="5" destOrd="0" parTransId="{42005E50-9630-4170-8D27-DCB07F0A84A8}" sibTransId="{F88AC4D4-342E-45CA-8059-BB44FAF532EC}"/>
    <dgm:cxn modelId="{D0D3F28C-EE42-491E-8C9A-3792AF4D9D60}" type="presOf" srcId="{95014322-1D62-4307-9EF2-AB1D6251EB8C}" destId="{4D6E63BB-C71B-4358-B545-AF03137D6505}" srcOrd="0" destOrd="0" presId="urn:microsoft.com/office/officeart/2005/8/layout/default"/>
    <dgm:cxn modelId="{3AF68494-B447-49ED-B3A5-281D705CC308}" srcId="{6590A677-2857-4BBD-88C5-B8C751448989}" destId="{A3192FBC-FD54-4F23-8823-6CA83C3C5808}" srcOrd="4" destOrd="0" parTransId="{023C404B-7C7D-43A5-9E7C-53A9398C59C3}" sibTransId="{3E36771F-FD1D-4DAD-A42D-4D046F76F2AD}"/>
    <dgm:cxn modelId="{1FF9B197-B7FB-46A8-A670-60FECE8905D6}" srcId="{6590A677-2857-4BBD-88C5-B8C751448989}" destId="{7F94B2C7-6EC6-40F5-9E1C-FB83C305DC5E}" srcOrd="6" destOrd="0" parTransId="{85C178EB-D5C4-4060-AF04-EFBFD94DFEBF}" sibTransId="{8D9E12CC-0997-4C15-A1A6-30303F998831}"/>
    <dgm:cxn modelId="{435155B1-8894-47D6-AABA-BFFE8DA90573}" type="presOf" srcId="{D39410AF-1286-402D-8FF8-956AD5C22936}" destId="{4C95EF92-3ED8-4DF1-861D-475E9CD9AD5A}" srcOrd="0" destOrd="0" presId="urn:microsoft.com/office/officeart/2005/8/layout/default"/>
    <dgm:cxn modelId="{C6B191B6-8B91-4B12-A8C0-3FE00C0139AB}" srcId="{6590A677-2857-4BBD-88C5-B8C751448989}" destId="{3DC9374D-511A-4A78-BDC3-6191DBED1157}" srcOrd="3" destOrd="0" parTransId="{C9B64502-C4F8-48CB-B03A-0855F183EE4B}" sibTransId="{E9FDFEB4-761B-4DD4-8349-96993FF3BB5F}"/>
    <dgm:cxn modelId="{2EBBF5C9-7AA2-4BF8-BEC0-DF8CED912434}" type="presOf" srcId="{A3192FBC-FD54-4F23-8823-6CA83C3C5808}" destId="{AD9C1C7F-2236-430A-A7EE-DE6E4CF93F25}" srcOrd="0" destOrd="0" presId="urn:microsoft.com/office/officeart/2005/8/layout/default"/>
    <dgm:cxn modelId="{0E9047DF-8C18-4975-BD1C-04E7FFFF3C5A}" type="presOf" srcId="{7F94B2C7-6EC6-40F5-9E1C-FB83C305DC5E}" destId="{B98F8F8A-EBF3-4F84-B770-C61BD02781A8}" srcOrd="0" destOrd="0" presId="urn:microsoft.com/office/officeart/2005/8/layout/default"/>
    <dgm:cxn modelId="{143991F1-AF7F-4B82-B79A-C8776D2D294D}" srcId="{6590A677-2857-4BBD-88C5-B8C751448989}" destId="{95014322-1D62-4307-9EF2-AB1D6251EB8C}" srcOrd="8" destOrd="0" parTransId="{AD1C151B-1792-4087-B102-952FBD482C01}" sibTransId="{0C61B1F6-55C3-4F93-99B3-A98BE760CF40}"/>
    <dgm:cxn modelId="{11347AFD-B7FD-4BBE-8F06-0B046A3D784F}" srcId="{6590A677-2857-4BBD-88C5-B8C751448989}" destId="{BC5D76BD-FEA3-4B00-885B-A57837AE0612}" srcOrd="1" destOrd="0" parTransId="{30BC9190-36E4-4401-926B-516CEE2E5088}" sibTransId="{EFCE31EA-F39C-4AB3-9AAF-2515F6328FCC}"/>
    <dgm:cxn modelId="{89574F2A-A859-460B-8E14-A435ED3C0E92}" type="presParOf" srcId="{7AE943EC-5382-4441-A250-C5125EA0AD8A}" destId="{287EAD93-565D-4978-A67B-8270A64D6418}" srcOrd="0" destOrd="0" presId="urn:microsoft.com/office/officeart/2005/8/layout/default"/>
    <dgm:cxn modelId="{DF230819-D02B-42C5-9ABB-5B408BC655A7}" type="presParOf" srcId="{7AE943EC-5382-4441-A250-C5125EA0AD8A}" destId="{8D4DFEE7-5B46-498C-A3E6-22E3AB7179B2}" srcOrd="1" destOrd="0" presId="urn:microsoft.com/office/officeart/2005/8/layout/default"/>
    <dgm:cxn modelId="{8F194E59-651B-4638-B695-A576730D65D5}" type="presParOf" srcId="{7AE943EC-5382-4441-A250-C5125EA0AD8A}" destId="{E058AAA7-F41D-4150-BC1E-4D7BA252D268}" srcOrd="2" destOrd="0" presId="urn:microsoft.com/office/officeart/2005/8/layout/default"/>
    <dgm:cxn modelId="{5BBBD0BE-EDAD-4385-B655-6FBA66B66715}" type="presParOf" srcId="{7AE943EC-5382-4441-A250-C5125EA0AD8A}" destId="{DAA5BCB4-2688-46CE-BAD1-273BB34773CD}" srcOrd="3" destOrd="0" presId="urn:microsoft.com/office/officeart/2005/8/layout/default"/>
    <dgm:cxn modelId="{BFF29383-47D5-4B15-9F17-0B335A77D781}" type="presParOf" srcId="{7AE943EC-5382-4441-A250-C5125EA0AD8A}" destId="{4C95EF92-3ED8-4DF1-861D-475E9CD9AD5A}" srcOrd="4" destOrd="0" presId="urn:microsoft.com/office/officeart/2005/8/layout/default"/>
    <dgm:cxn modelId="{22FE3213-ED7E-4729-8BA8-D1362091C2BA}" type="presParOf" srcId="{7AE943EC-5382-4441-A250-C5125EA0AD8A}" destId="{B45DED7F-04A1-455B-B7AC-48E315533E6A}" srcOrd="5" destOrd="0" presId="urn:microsoft.com/office/officeart/2005/8/layout/default"/>
    <dgm:cxn modelId="{1B429A74-0F15-4065-8571-9DA452BF1B6C}" type="presParOf" srcId="{7AE943EC-5382-4441-A250-C5125EA0AD8A}" destId="{4BECE5B6-7F54-449F-AE89-C0F280D714E1}" srcOrd="6" destOrd="0" presId="urn:microsoft.com/office/officeart/2005/8/layout/default"/>
    <dgm:cxn modelId="{E724C5E7-9A61-46C7-9D56-3E57FFEFA488}" type="presParOf" srcId="{7AE943EC-5382-4441-A250-C5125EA0AD8A}" destId="{13CBFA60-FE61-4E04-AB2C-37B68C4387A6}" srcOrd="7" destOrd="0" presId="urn:microsoft.com/office/officeart/2005/8/layout/default"/>
    <dgm:cxn modelId="{0310A079-E0FE-487E-BECF-38C97D3B50C2}" type="presParOf" srcId="{7AE943EC-5382-4441-A250-C5125EA0AD8A}" destId="{AD9C1C7F-2236-430A-A7EE-DE6E4CF93F25}" srcOrd="8" destOrd="0" presId="urn:microsoft.com/office/officeart/2005/8/layout/default"/>
    <dgm:cxn modelId="{4FB1F62C-51B5-4D6F-95A1-CD91842E70CC}" type="presParOf" srcId="{7AE943EC-5382-4441-A250-C5125EA0AD8A}" destId="{666AA999-7018-4589-878F-358528BFC3B3}" srcOrd="9" destOrd="0" presId="urn:microsoft.com/office/officeart/2005/8/layout/default"/>
    <dgm:cxn modelId="{78E1684E-E4E0-42CA-8136-E0BD8B62FAC2}" type="presParOf" srcId="{7AE943EC-5382-4441-A250-C5125EA0AD8A}" destId="{C9FB24D0-7083-4F23-89E1-BCDE27C09F4C}" srcOrd="10" destOrd="0" presId="urn:microsoft.com/office/officeart/2005/8/layout/default"/>
    <dgm:cxn modelId="{8A9A638E-9B5A-4B0A-9AA7-831E9149129B}" type="presParOf" srcId="{7AE943EC-5382-4441-A250-C5125EA0AD8A}" destId="{8FD9B231-41D2-4726-B6B5-9B2C4365FD1A}" srcOrd="11" destOrd="0" presId="urn:microsoft.com/office/officeart/2005/8/layout/default"/>
    <dgm:cxn modelId="{FF3F592F-761B-40A0-93D1-01B9CDA8B4CC}" type="presParOf" srcId="{7AE943EC-5382-4441-A250-C5125EA0AD8A}" destId="{B98F8F8A-EBF3-4F84-B770-C61BD02781A8}" srcOrd="12" destOrd="0" presId="urn:microsoft.com/office/officeart/2005/8/layout/default"/>
    <dgm:cxn modelId="{1E8B1C75-3E61-4CBF-9F2A-8B0942C2FBCE}" type="presParOf" srcId="{7AE943EC-5382-4441-A250-C5125EA0AD8A}" destId="{6C1C2E4E-27E2-4F07-9498-4F2B126E36C2}" srcOrd="13" destOrd="0" presId="urn:microsoft.com/office/officeart/2005/8/layout/default"/>
    <dgm:cxn modelId="{A08CD27D-552C-42B0-8A43-C1E5478B194C}" type="presParOf" srcId="{7AE943EC-5382-4441-A250-C5125EA0AD8A}" destId="{5B933113-DE42-4075-937C-D7DEA71B4D2C}" srcOrd="14" destOrd="0" presId="urn:microsoft.com/office/officeart/2005/8/layout/default"/>
    <dgm:cxn modelId="{D3A9DDCD-6B3D-4DFD-9F63-5AB66C06B6BC}" type="presParOf" srcId="{7AE943EC-5382-4441-A250-C5125EA0AD8A}" destId="{9A2F00D5-872B-4BB0-9C57-EF873A80F90C}" srcOrd="15" destOrd="0" presId="urn:microsoft.com/office/officeart/2005/8/layout/default"/>
    <dgm:cxn modelId="{88A7A9DE-5CB0-48C5-A3C9-89D2C11FEFEE}" type="presParOf" srcId="{7AE943EC-5382-4441-A250-C5125EA0AD8A}" destId="{4D6E63BB-C71B-4358-B545-AF03137D6505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2FA7FDD5-EF07-4CF1-BF90-3580F846793A}">
      <dgm:prSet custT="1"/>
      <dgm:spPr/>
      <dgm:t>
        <a:bodyPr/>
        <a:lstStyle/>
        <a:p>
          <a:r>
            <a:rPr lang="en-US" sz="1500" dirty="0"/>
            <a:t>Ledger, Cash/Bank Book</a:t>
          </a:r>
        </a:p>
      </dgm:t>
    </dgm:pt>
    <dgm:pt modelId="{71AAA324-CD83-4E28-B674-2E3983F6DA5F}" type="parTrans" cxnId="{AEE8FA9B-A863-493C-BBA5-C4BD22E2AA9C}">
      <dgm:prSet/>
      <dgm:spPr/>
      <dgm:t>
        <a:bodyPr/>
        <a:lstStyle/>
        <a:p>
          <a:endParaRPr lang="en-US" sz="1500"/>
        </a:p>
      </dgm:t>
    </dgm:pt>
    <dgm:pt modelId="{3C600D71-9A72-48C4-852B-825385515DF6}" type="sibTrans" cxnId="{AEE8FA9B-A863-493C-BBA5-C4BD22E2AA9C}">
      <dgm:prSet/>
      <dgm:spPr/>
      <dgm:t>
        <a:bodyPr/>
        <a:lstStyle/>
        <a:p>
          <a:endParaRPr lang="en-US" sz="1500"/>
        </a:p>
      </dgm:t>
    </dgm:pt>
    <dgm:pt modelId="{51A20132-E959-400E-9E7E-04B7BAA83B44}">
      <dgm:prSet custT="1"/>
      <dgm:spPr/>
      <dgm:t>
        <a:bodyPr/>
        <a:lstStyle/>
        <a:p>
          <a:r>
            <a:rPr lang="en-US" sz="1500" dirty="0"/>
            <a:t>Balance Sheet, Trial Balance</a:t>
          </a:r>
        </a:p>
      </dgm:t>
    </dgm:pt>
    <dgm:pt modelId="{0118A265-71D6-43D7-A686-0EC73B276719}" type="parTrans" cxnId="{1A1B4B37-8BF3-4B4A-89DD-FDD923E081E7}">
      <dgm:prSet/>
      <dgm:spPr/>
      <dgm:t>
        <a:bodyPr/>
        <a:lstStyle/>
        <a:p>
          <a:endParaRPr lang="en-US" sz="1500"/>
        </a:p>
      </dgm:t>
    </dgm:pt>
    <dgm:pt modelId="{253B363E-EFB3-408C-BE6B-DA18B3AC046F}" type="sibTrans" cxnId="{1A1B4B37-8BF3-4B4A-89DD-FDD923E081E7}">
      <dgm:prSet/>
      <dgm:spPr/>
      <dgm:t>
        <a:bodyPr/>
        <a:lstStyle/>
        <a:p>
          <a:endParaRPr lang="en-US" sz="1500"/>
        </a:p>
      </dgm:t>
    </dgm:pt>
    <dgm:pt modelId="{E9161DA2-C9ED-4466-9F0C-18EE2D41B32C}">
      <dgm:prSet custT="1"/>
      <dgm:spPr/>
      <dgm:t>
        <a:bodyPr/>
        <a:lstStyle/>
        <a:p>
          <a:r>
            <a:rPr lang="en-US" sz="1500" dirty="0"/>
            <a:t>Inventory Valuation Report</a:t>
          </a:r>
        </a:p>
      </dgm:t>
    </dgm:pt>
    <dgm:pt modelId="{5AD0A3CB-9BF2-4DC2-9BE8-6C542D2B10FE}" type="parTrans" cxnId="{577A65B8-E5FC-4DD1-B567-7D1D902817DE}">
      <dgm:prSet/>
      <dgm:spPr/>
      <dgm:t>
        <a:bodyPr/>
        <a:lstStyle/>
        <a:p>
          <a:endParaRPr lang="en-US" sz="1500"/>
        </a:p>
      </dgm:t>
    </dgm:pt>
    <dgm:pt modelId="{76657616-7865-43B6-8E58-7564E02CACE6}" type="sibTrans" cxnId="{577A65B8-E5FC-4DD1-B567-7D1D902817DE}">
      <dgm:prSet/>
      <dgm:spPr/>
      <dgm:t>
        <a:bodyPr/>
        <a:lstStyle/>
        <a:p>
          <a:endParaRPr lang="en-US" sz="1500"/>
        </a:p>
      </dgm:t>
    </dgm:pt>
    <dgm:pt modelId="{1AEA16BE-927B-4317-BAB8-A71E11E16FF9}">
      <dgm:prSet custT="1"/>
      <dgm:spPr/>
      <dgm:t>
        <a:bodyPr/>
        <a:lstStyle/>
        <a:p>
          <a:r>
            <a:rPr lang="en-US" sz="1500" dirty="0"/>
            <a:t>Invoice profit/loss</a:t>
          </a:r>
        </a:p>
      </dgm:t>
    </dgm:pt>
    <dgm:pt modelId="{C1A3AC4C-B346-4E04-8458-D8F1BD29FBA5}" type="parTrans" cxnId="{1DB15209-BA48-4949-B0A8-BCEE62869A64}">
      <dgm:prSet/>
      <dgm:spPr/>
      <dgm:t>
        <a:bodyPr/>
        <a:lstStyle/>
        <a:p>
          <a:endParaRPr lang="en-US" sz="1500"/>
        </a:p>
      </dgm:t>
    </dgm:pt>
    <dgm:pt modelId="{1158BEB7-BF95-414D-A976-B7E07520F4C3}" type="sibTrans" cxnId="{1DB15209-BA48-4949-B0A8-BCEE62869A64}">
      <dgm:prSet/>
      <dgm:spPr/>
      <dgm:t>
        <a:bodyPr/>
        <a:lstStyle/>
        <a:p>
          <a:endParaRPr lang="en-US" sz="1500"/>
        </a:p>
      </dgm:t>
    </dgm:pt>
    <dgm:pt modelId="{CB4F8B52-7CA3-4BC8-BD8F-3239C42E9918}">
      <dgm:prSet custT="1"/>
      <dgm:spPr/>
      <dgm:t>
        <a:bodyPr/>
        <a:lstStyle/>
        <a:p>
          <a:r>
            <a:rPr lang="en-US" sz="1500" dirty="0"/>
            <a:t>KPI dashboards</a:t>
          </a:r>
        </a:p>
      </dgm:t>
    </dgm:pt>
    <dgm:pt modelId="{3B4EA006-D2C1-4AE5-854C-FC3989C44854}" type="parTrans" cxnId="{114FA391-E270-470C-915F-A7DBD454F96E}">
      <dgm:prSet/>
      <dgm:spPr/>
      <dgm:t>
        <a:bodyPr/>
        <a:lstStyle/>
        <a:p>
          <a:endParaRPr lang="en-US" sz="1500"/>
        </a:p>
      </dgm:t>
    </dgm:pt>
    <dgm:pt modelId="{16D3BDF7-20DE-4DAD-A257-A9E8BD7E15D1}" type="sibTrans" cxnId="{114FA391-E270-470C-915F-A7DBD454F96E}">
      <dgm:prSet/>
      <dgm:spPr/>
      <dgm:t>
        <a:bodyPr/>
        <a:lstStyle/>
        <a:p>
          <a:endParaRPr lang="en-US" sz="1500"/>
        </a:p>
      </dgm:t>
    </dgm:pt>
    <dgm:pt modelId="{34B9CBEE-A5BF-4618-BD9D-569F50A543ED}">
      <dgm:prSet custT="1"/>
      <dgm:spPr/>
      <dgm:t>
        <a:bodyPr/>
        <a:lstStyle/>
        <a:p>
          <a:r>
            <a:rPr lang="en-US" sz="1500" dirty="0"/>
            <a:t>System audit</a:t>
          </a:r>
        </a:p>
      </dgm:t>
    </dgm:pt>
    <dgm:pt modelId="{E26F936D-61A2-4A39-B3EC-8D752FB3E661}" type="parTrans" cxnId="{1C7E48E8-7AEA-4E7F-A32F-42E937E5C631}">
      <dgm:prSet/>
      <dgm:spPr/>
      <dgm:t>
        <a:bodyPr/>
        <a:lstStyle/>
        <a:p>
          <a:endParaRPr lang="en-US" sz="1500"/>
        </a:p>
      </dgm:t>
    </dgm:pt>
    <dgm:pt modelId="{C0600ABC-0350-4A3C-842C-FAA6D2C1BC1F}" type="sibTrans" cxnId="{1C7E48E8-7AEA-4E7F-A32F-42E937E5C631}">
      <dgm:prSet/>
      <dgm:spPr/>
      <dgm:t>
        <a:bodyPr/>
        <a:lstStyle/>
        <a:p>
          <a:endParaRPr lang="en-US" sz="1500"/>
        </a:p>
      </dgm:t>
    </dgm:pt>
    <dgm:pt modelId="{40B3F54D-C9C6-4D94-99D6-351FB26A41C9}">
      <dgm:prSet custT="1"/>
      <dgm:spPr/>
      <dgm:t>
        <a:bodyPr/>
        <a:lstStyle/>
        <a:p>
          <a:r>
            <a:rPr lang="en-US" sz="1500" dirty="0"/>
            <a:t>Profit &amp; Loss</a:t>
          </a:r>
        </a:p>
      </dgm:t>
    </dgm:pt>
    <dgm:pt modelId="{26E54A3F-A2E8-4A77-B553-554641491695}" type="parTrans" cxnId="{631AB25A-E54B-41E2-822B-F1D7746E0DDC}">
      <dgm:prSet/>
      <dgm:spPr/>
      <dgm:t>
        <a:bodyPr/>
        <a:lstStyle/>
        <a:p>
          <a:endParaRPr lang="en-US"/>
        </a:p>
      </dgm:t>
    </dgm:pt>
    <dgm:pt modelId="{649A0610-8246-4F42-A3BD-9ED2FAA61FEC}" type="sibTrans" cxnId="{631AB25A-E54B-41E2-822B-F1D7746E0DDC}">
      <dgm:prSet/>
      <dgm:spPr/>
      <dgm:t>
        <a:bodyPr/>
        <a:lstStyle/>
        <a:p>
          <a:endParaRPr lang="en-US"/>
        </a:p>
      </dgm:t>
    </dgm:pt>
    <dgm:pt modelId="{B414988C-3E68-46A7-9AB5-7524DFCE3025}">
      <dgm:prSet custT="1"/>
      <dgm:spPr/>
      <dgm:t>
        <a:bodyPr/>
        <a:lstStyle/>
        <a:p>
          <a:r>
            <a:rPr lang="en-US" sz="1500"/>
            <a:t>MIS Reports</a:t>
          </a:r>
          <a:endParaRPr lang="en-US" sz="1500" dirty="0"/>
        </a:p>
      </dgm:t>
    </dgm:pt>
    <dgm:pt modelId="{5C1A5274-E0BC-4CA0-A30D-FF78A44C2909}" type="parTrans" cxnId="{D27B89BC-E0AD-4E39-A505-616124456806}">
      <dgm:prSet/>
      <dgm:spPr/>
      <dgm:t>
        <a:bodyPr/>
        <a:lstStyle/>
        <a:p>
          <a:endParaRPr lang="en-US"/>
        </a:p>
      </dgm:t>
    </dgm:pt>
    <dgm:pt modelId="{880926B2-8C18-49D0-AF84-D27B999AEA72}" type="sibTrans" cxnId="{D27B89BC-E0AD-4E39-A505-616124456806}">
      <dgm:prSet/>
      <dgm:spPr/>
      <dgm:t>
        <a:bodyPr/>
        <a:lstStyle/>
        <a:p>
          <a:endParaRPr lang="en-US"/>
        </a:p>
      </dgm:t>
    </dgm:pt>
    <dgm:pt modelId="{7AE943EC-5382-4441-A250-C5125EA0AD8A}" type="pres">
      <dgm:prSet presAssocID="{6590A677-2857-4BBD-88C5-B8C751448989}" presName="diagram" presStyleCnt="0">
        <dgm:presLayoutVars>
          <dgm:dir/>
          <dgm:resizeHandles val="exact"/>
        </dgm:presLayoutVars>
      </dgm:prSet>
      <dgm:spPr/>
    </dgm:pt>
    <dgm:pt modelId="{C7AF9773-F464-4CA6-84C3-0F79C0D41656}" type="pres">
      <dgm:prSet presAssocID="{2FA7FDD5-EF07-4CF1-BF90-3580F846793A}" presName="node" presStyleLbl="node1" presStyleIdx="0" presStyleCnt="8">
        <dgm:presLayoutVars>
          <dgm:bulletEnabled val="1"/>
        </dgm:presLayoutVars>
      </dgm:prSet>
      <dgm:spPr/>
    </dgm:pt>
    <dgm:pt modelId="{735DD750-2E31-48B6-AC8E-E28A0636D372}" type="pres">
      <dgm:prSet presAssocID="{3C600D71-9A72-48C4-852B-825385515DF6}" presName="sibTrans" presStyleCnt="0"/>
      <dgm:spPr/>
    </dgm:pt>
    <dgm:pt modelId="{BDEEEC0F-BFB0-4A5A-9C77-DDBE61B4D608}" type="pres">
      <dgm:prSet presAssocID="{51A20132-E959-400E-9E7E-04B7BAA83B44}" presName="node" presStyleLbl="node1" presStyleIdx="1" presStyleCnt="8">
        <dgm:presLayoutVars>
          <dgm:bulletEnabled val="1"/>
        </dgm:presLayoutVars>
      </dgm:prSet>
      <dgm:spPr/>
    </dgm:pt>
    <dgm:pt modelId="{938D8082-0EF1-4D7B-8585-8C9A8A8953FC}" type="pres">
      <dgm:prSet presAssocID="{253B363E-EFB3-408C-BE6B-DA18B3AC046F}" presName="sibTrans" presStyleCnt="0"/>
      <dgm:spPr/>
    </dgm:pt>
    <dgm:pt modelId="{32E559A9-B89B-403E-93C4-F7D84B1A60B9}" type="pres">
      <dgm:prSet presAssocID="{40B3F54D-C9C6-4D94-99D6-351FB26A41C9}" presName="node" presStyleLbl="node1" presStyleIdx="2" presStyleCnt="8">
        <dgm:presLayoutVars>
          <dgm:bulletEnabled val="1"/>
        </dgm:presLayoutVars>
      </dgm:prSet>
      <dgm:spPr/>
    </dgm:pt>
    <dgm:pt modelId="{3E8634BB-45D4-4C17-96C2-97C7E4D2763F}" type="pres">
      <dgm:prSet presAssocID="{649A0610-8246-4F42-A3BD-9ED2FAA61FEC}" presName="sibTrans" presStyleCnt="0"/>
      <dgm:spPr/>
    </dgm:pt>
    <dgm:pt modelId="{498E03B4-F6C0-48C8-A6D6-A6832E806D33}" type="pres">
      <dgm:prSet presAssocID="{E9161DA2-C9ED-4466-9F0C-18EE2D41B32C}" presName="node" presStyleLbl="node1" presStyleIdx="3" presStyleCnt="8">
        <dgm:presLayoutVars>
          <dgm:bulletEnabled val="1"/>
        </dgm:presLayoutVars>
      </dgm:prSet>
      <dgm:spPr/>
    </dgm:pt>
    <dgm:pt modelId="{131BA3F0-C63C-42D7-95E2-EA4C822BAA1B}" type="pres">
      <dgm:prSet presAssocID="{76657616-7865-43B6-8E58-7564E02CACE6}" presName="sibTrans" presStyleCnt="0"/>
      <dgm:spPr/>
    </dgm:pt>
    <dgm:pt modelId="{8BF9D570-F446-4654-B804-C3A68C3F0C4E}" type="pres">
      <dgm:prSet presAssocID="{1AEA16BE-927B-4317-BAB8-A71E11E16FF9}" presName="node" presStyleLbl="node1" presStyleIdx="4" presStyleCnt="8">
        <dgm:presLayoutVars>
          <dgm:bulletEnabled val="1"/>
        </dgm:presLayoutVars>
      </dgm:prSet>
      <dgm:spPr/>
    </dgm:pt>
    <dgm:pt modelId="{17023FC5-0E1F-495B-952D-7D76B7B94ECB}" type="pres">
      <dgm:prSet presAssocID="{1158BEB7-BF95-414D-A976-B7E07520F4C3}" presName="sibTrans" presStyleCnt="0"/>
      <dgm:spPr/>
    </dgm:pt>
    <dgm:pt modelId="{BA6AC420-C471-4D8C-829A-8BE2E783F1A2}" type="pres">
      <dgm:prSet presAssocID="{CB4F8B52-7CA3-4BC8-BD8F-3239C42E9918}" presName="node" presStyleLbl="node1" presStyleIdx="5" presStyleCnt="8">
        <dgm:presLayoutVars>
          <dgm:bulletEnabled val="1"/>
        </dgm:presLayoutVars>
      </dgm:prSet>
      <dgm:spPr/>
    </dgm:pt>
    <dgm:pt modelId="{A13E294B-9EB5-4B55-80D2-C613DB848D36}" type="pres">
      <dgm:prSet presAssocID="{16D3BDF7-20DE-4DAD-A257-A9E8BD7E15D1}" presName="sibTrans" presStyleCnt="0"/>
      <dgm:spPr/>
    </dgm:pt>
    <dgm:pt modelId="{AD501B56-00D2-441E-A3BD-2829764E18D9}" type="pres">
      <dgm:prSet presAssocID="{34B9CBEE-A5BF-4618-BD9D-569F50A543ED}" presName="node" presStyleLbl="node1" presStyleIdx="6" presStyleCnt="8">
        <dgm:presLayoutVars>
          <dgm:bulletEnabled val="1"/>
        </dgm:presLayoutVars>
      </dgm:prSet>
      <dgm:spPr/>
    </dgm:pt>
    <dgm:pt modelId="{BCF54C2D-EE8C-4950-822C-7DBEEAB88E6A}" type="pres">
      <dgm:prSet presAssocID="{C0600ABC-0350-4A3C-842C-FAA6D2C1BC1F}" presName="sibTrans" presStyleCnt="0"/>
      <dgm:spPr/>
    </dgm:pt>
    <dgm:pt modelId="{E0715071-85FD-4448-A1EF-E6CE2747C4F2}" type="pres">
      <dgm:prSet presAssocID="{B414988C-3E68-46A7-9AB5-7524DFCE3025}" presName="node" presStyleLbl="node1" presStyleIdx="7" presStyleCnt="8">
        <dgm:presLayoutVars>
          <dgm:bulletEnabled val="1"/>
        </dgm:presLayoutVars>
      </dgm:prSet>
      <dgm:spPr/>
    </dgm:pt>
  </dgm:ptLst>
  <dgm:cxnLst>
    <dgm:cxn modelId="{1DB15209-BA48-4949-B0A8-BCEE62869A64}" srcId="{6590A677-2857-4BBD-88C5-B8C751448989}" destId="{1AEA16BE-927B-4317-BAB8-A71E11E16FF9}" srcOrd="4" destOrd="0" parTransId="{C1A3AC4C-B346-4E04-8458-D8F1BD29FBA5}" sibTransId="{1158BEB7-BF95-414D-A976-B7E07520F4C3}"/>
    <dgm:cxn modelId="{F0DA3B18-4353-44CA-AB8B-B57A24AE36BB}" type="presOf" srcId="{E9161DA2-C9ED-4466-9F0C-18EE2D41B32C}" destId="{498E03B4-F6C0-48C8-A6D6-A6832E806D33}" srcOrd="0" destOrd="0" presId="urn:microsoft.com/office/officeart/2005/8/layout/default"/>
    <dgm:cxn modelId="{E70F4327-6998-4EB5-A138-2BC26498F4F4}" type="presOf" srcId="{40B3F54D-C9C6-4D94-99D6-351FB26A41C9}" destId="{32E559A9-B89B-403E-93C4-F7D84B1A60B9}" srcOrd="0" destOrd="0" presId="urn:microsoft.com/office/officeart/2005/8/layout/default"/>
    <dgm:cxn modelId="{1A1B4B37-8BF3-4B4A-89DD-FDD923E081E7}" srcId="{6590A677-2857-4BBD-88C5-B8C751448989}" destId="{51A20132-E959-400E-9E7E-04B7BAA83B44}" srcOrd="1" destOrd="0" parTransId="{0118A265-71D6-43D7-A686-0EC73B276719}" sibTransId="{253B363E-EFB3-408C-BE6B-DA18B3AC046F}"/>
    <dgm:cxn modelId="{7836BD66-0684-4DAE-92D4-E34CAC08F6C5}" type="presOf" srcId="{6590A677-2857-4BBD-88C5-B8C751448989}" destId="{7AE943EC-5382-4441-A250-C5125EA0AD8A}" srcOrd="0" destOrd="0" presId="urn:microsoft.com/office/officeart/2005/8/layout/default"/>
    <dgm:cxn modelId="{7A930167-62A6-422A-BD0D-634DEFBCEDAF}" type="presOf" srcId="{CB4F8B52-7CA3-4BC8-BD8F-3239C42E9918}" destId="{BA6AC420-C471-4D8C-829A-8BE2E783F1A2}" srcOrd="0" destOrd="0" presId="urn:microsoft.com/office/officeart/2005/8/layout/default"/>
    <dgm:cxn modelId="{631AB25A-E54B-41E2-822B-F1D7746E0DDC}" srcId="{6590A677-2857-4BBD-88C5-B8C751448989}" destId="{40B3F54D-C9C6-4D94-99D6-351FB26A41C9}" srcOrd="2" destOrd="0" parTransId="{26E54A3F-A2E8-4A77-B553-554641491695}" sibTransId="{649A0610-8246-4F42-A3BD-9ED2FAA61FEC}"/>
    <dgm:cxn modelId="{BA5CBB87-14EE-4654-B34E-FD466A48535A}" type="presOf" srcId="{B414988C-3E68-46A7-9AB5-7524DFCE3025}" destId="{E0715071-85FD-4448-A1EF-E6CE2747C4F2}" srcOrd="0" destOrd="0" presId="urn:microsoft.com/office/officeart/2005/8/layout/default"/>
    <dgm:cxn modelId="{114FA391-E270-470C-915F-A7DBD454F96E}" srcId="{6590A677-2857-4BBD-88C5-B8C751448989}" destId="{CB4F8B52-7CA3-4BC8-BD8F-3239C42E9918}" srcOrd="5" destOrd="0" parTransId="{3B4EA006-D2C1-4AE5-854C-FC3989C44854}" sibTransId="{16D3BDF7-20DE-4DAD-A257-A9E8BD7E15D1}"/>
    <dgm:cxn modelId="{AEE8FA9B-A863-493C-BBA5-C4BD22E2AA9C}" srcId="{6590A677-2857-4BBD-88C5-B8C751448989}" destId="{2FA7FDD5-EF07-4CF1-BF90-3580F846793A}" srcOrd="0" destOrd="0" parTransId="{71AAA324-CD83-4E28-B674-2E3983F6DA5F}" sibTransId="{3C600D71-9A72-48C4-852B-825385515DF6}"/>
    <dgm:cxn modelId="{6C5715A7-E858-4BE3-8116-61A87C6C8A56}" type="presOf" srcId="{51A20132-E959-400E-9E7E-04B7BAA83B44}" destId="{BDEEEC0F-BFB0-4A5A-9C77-DDBE61B4D608}" srcOrd="0" destOrd="0" presId="urn:microsoft.com/office/officeart/2005/8/layout/default"/>
    <dgm:cxn modelId="{A203D9AF-0689-4EA2-B7F1-35FB0900FFA0}" type="presOf" srcId="{34B9CBEE-A5BF-4618-BD9D-569F50A543ED}" destId="{AD501B56-00D2-441E-A3BD-2829764E18D9}" srcOrd="0" destOrd="0" presId="urn:microsoft.com/office/officeart/2005/8/layout/default"/>
    <dgm:cxn modelId="{577A65B8-E5FC-4DD1-B567-7D1D902817DE}" srcId="{6590A677-2857-4BBD-88C5-B8C751448989}" destId="{E9161DA2-C9ED-4466-9F0C-18EE2D41B32C}" srcOrd="3" destOrd="0" parTransId="{5AD0A3CB-9BF2-4DC2-9BE8-6C542D2B10FE}" sibTransId="{76657616-7865-43B6-8E58-7564E02CACE6}"/>
    <dgm:cxn modelId="{D27B89BC-E0AD-4E39-A505-616124456806}" srcId="{6590A677-2857-4BBD-88C5-B8C751448989}" destId="{B414988C-3E68-46A7-9AB5-7524DFCE3025}" srcOrd="7" destOrd="0" parTransId="{5C1A5274-E0BC-4CA0-A30D-FF78A44C2909}" sibTransId="{880926B2-8C18-49D0-AF84-D27B999AEA72}"/>
    <dgm:cxn modelId="{C02DEBC5-52E8-4576-8E52-228BF9210C42}" type="presOf" srcId="{1AEA16BE-927B-4317-BAB8-A71E11E16FF9}" destId="{8BF9D570-F446-4654-B804-C3A68C3F0C4E}" srcOrd="0" destOrd="0" presId="urn:microsoft.com/office/officeart/2005/8/layout/default"/>
    <dgm:cxn modelId="{1FC45ECD-16E4-410F-8137-A216D9C15832}" type="presOf" srcId="{2FA7FDD5-EF07-4CF1-BF90-3580F846793A}" destId="{C7AF9773-F464-4CA6-84C3-0F79C0D41656}" srcOrd="0" destOrd="0" presId="urn:microsoft.com/office/officeart/2005/8/layout/default"/>
    <dgm:cxn modelId="{1C7E48E8-7AEA-4E7F-A32F-42E937E5C631}" srcId="{6590A677-2857-4BBD-88C5-B8C751448989}" destId="{34B9CBEE-A5BF-4618-BD9D-569F50A543ED}" srcOrd="6" destOrd="0" parTransId="{E26F936D-61A2-4A39-B3EC-8D752FB3E661}" sibTransId="{C0600ABC-0350-4A3C-842C-FAA6D2C1BC1F}"/>
    <dgm:cxn modelId="{9EDBF288-1E0F-44BC-88B8-1821333BA12A}" type="presParOf" srcId="{7AE943EC-5382-4441-A250-C5125EA0AD8A}" destId="{C7AF9773-F464-4CA6-84C3-0F79C0D41656}" srcOrd="0" destOrd="0" presId="urn:microsoft.com/office/officeart/2005/8/layout/default"/>
    <dgm:cxn modelId="{DA377DED-0CAF-4180-B21E-A4DD90F223B1}" type="presParOf" srcId="{7AE943EC-5382-4441-A250-C5125EA0AD8A}" destId="{735DD750-2E31-48B6-AC8E-E28A0636D372}" srcOrd="1" destOrd="0" presId="urn:microsoft.com/office/officeart/2005/8/layout/default"/>
    <dgm:cxn modelId="{B6EDD959-94EC-4F03-8D2E-F625788A5CEA}" type="presParOf" srcId="{7AE943EC-5382-4441-A250-C5125EA0AD8A}" destId="{BDEEEC0F-BFB0-4A5A-9C77-DDBE61B4D608}" srcOrd="2" destOrd="0" presId="urn:microsoft.com/office/officeart/2005/8/layout/default"/>
    <dgm:cxn modelId="{046872D5-EE19-43EA-8431-DC60651C06A6}" type="presParOf" srcId="{7AE943EC-5382-4441-A250-C5125EA0AD8A}" destId="{938D8082-0EF1-4D7B-8585-8C9A8A8953FC}" srcOrd="3" destOrd="0" presId="urn:microsoft.com/office/officeart/2005/8/layout/default"/>
    <dgm:cxn modelId="{FD39D516-72F6-4644-9BC1-8B9D634B7592}" type="presParOf" srcId="{7AE943EC-5382-4441-A250-C5125EA0AD8A}" destId="{32E559A9-B89B-403E-93C4-F7D84B1A60B9}" srcOrd="4" destOrd="0" presId="urn:microsoft.com/office/officeart/2005/8/layout/default"/>
    <dgm:cxn modelId="{6A2C9FF6-AF6B-436C-BBAB-A6A979C259F6}" type="presParOf" srcId="{7AE943EC-5382-4441-A250-C5125EA0AD8A}" destId="{3E8634BB-45D4-4C17-96C2-97C7E4D2763F}" srcOrd="5" destOrd="0" presId="urn:microsoft.com/office/officeart/2005/8/layout/default"/>
    <dgm:cxn modelId="{F2754582-0B65-4CF5-83A4-BE54FAC01A7A}" type="presParOf" srcId="{7AE943EC-5382-4441-A250-C5125EA0AD8A}" destId="{498E03B4-F6C0-48C8-A6D6-A6832E806D33}" srcOrd="6" destOrd="0" presId="urn:microsoft.com/office/officeart/2005/8/layout/default"/>
    <dgm:cxn modelId="{0433F8C6-BA31-43BE-96D1-82977C88D174}" type="presParOf" srcId="{7AE943EC-5382-4441-A250-C5125EA0AD8A}" destId="{131BA3F0-C63C-42D7-95E2-EA4C822BAA1B}" srcOrd="7" destOrd="0" presId="urn:microsoft.com/office/officeart/2005/8/layout/default"/>
    <dgm:cxn modelId="{3EF6588F-2495-4184-A24E-8C15429CD372}" type="presParOf" srcId="{7AE943EC-5382-4441-A250-C5125EA0AD8A}" destId="{8BF9D570-F446-4654-B804-C3A68C3F0C4E}" srcOrd="8" destOrd="0" presId="urn:microsoft.com/office/officeart/2005/8/layout/default"/>
    <dgm:cxn modelId="{7FD57803-8562-4C6E-925A-5F1BB8E3FF8D}" type="presParOf" srcId="{7AE943EC-5382-4441-A250-C5125EA0AD8A}" destId="{17023FC5-0E1F-495B-952D-7D76B7B94ECB}" srcOrd="9" destOrd="0" presId="urn:microsoft.com/office/officeart/2005/8/layout/default"/>
    <dgm:cxn modelId="{D8AC0247-8786-462A-8FCC-31C836A10849}" type="presParOf" srcId="{7AE943EC-5382-4441-A250-C5125EA0AD8A}" destId="{BA6AC420-C471-4D8C-829A-8BE2E783F1A2}" srcOrd="10" destOrd="0" presId="urn:microsoft.com/office/officeart/2005/8/layout/default"/>
    <dgm:cxn modelId="{1BC496A2-D93D-44E5-B455-45805B31BACA}" type="presParOf" srcId="{7AE943EC-5382-4441-A250-C5125EA0AD8A}" destId="{A13E294B-9EB5-4B55-80D2-C613DB848D36}" srcOrd="11" destOrd="0" presId="urn:microsoft.com/office/officeart/2005/8/layout/default"/>
    <dgm:cxn modelId="{45D27598-6709-4595-90FF-DEF506215D8C}" type="presParOf" srcId="{7AE943EC-5382-4441-A250-C5125EA0AD8A}" destId="{AD501B56-00D2-441E-A3BD-2829764E18D9}" srcOrd="12" destOrd="0" presId="urn:microsoft.com/office/officeart/2005/8/layout/default"/>
    <dgm:cxn modelId="{DAC262B4-4E31-41BB-8658-1ED06CC52683}" type="presParOf" srcId="{7AE943EC-5382-4441-A250-C5125EA0AD8A}" destId="{BCF54C2D-EE8C-4950-822C-7DBEEAB88E6A}" srcOrd="13" destOrd="0" presId="urn:microsoft.com/office/officeart/2005/8/layout/default"/>
    <dgm:cxn modelId="{198DCFCF-4093-47E5-906A-D52A9B96A87C}" type="presParOf" srcId="{7AE943EC-5382-4441-A250-C5125EA0AD8A}" destId="{E0715071-85FD-4448-A1EF-E6CE2747C4F2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77652DA-F02E-4DDE-9457-DCD352F6AF0F}" type="doc">
      <dgm:prSet loTypeId="urn:microsoft.com/office/officeart/2008/layout/LinedLis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62DC9DAE-6DA9-4E6C-A4C0-B7633E5ACEDC}">
      <dgm:prSet phldrT="[Text]" custT="1"/>
      <dgm:spPr/>
      <dgm:t>
        <a:bodyPr/>
        <a:lstStyle/>
        <a:p>
          <a:r>
            <a:rPr lang="en-US" sz="2000" b="1" dirty="0">
              <a:solidFill>
                <a:schemeClr val="bg1">
                  <a:lumMod val="95000"/>
                  <a:lumOff val="5000"/>
                </a:schemeClr>
              </a:solidFill>
            </a:rPr>
            <a:t>Case Study</a:t>
          </a:r>
        </a:p>
      </dgm:t>
    </dgm:pt>
    <dgm:pt modelId="{849FFEBD-ACD7-4FD8-8129-EC4BD2782043}" type="parTrans" cxnId="{63E9D593-18B2-4DDF-BEE3-D294A81D099A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815F5BAE-805B-440F-B8B8-5E10E3839E84}" type="sibTrans" cxnId="{63E9D593-18B2-4DDF-BEE3-D294A81D099A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DDC008F0-F895-48E1-8CF9-710BF74012FE}">
      <dgm:prSet phldrT="[Text]" custT="1"/>
      <dgm:spPr/>
      <dgm:t>
        <a:bodyPr/>
        <a:lstStyle/>
        <a:p>
          <a:r>
            <a:rPr lang="en-US" sz="2000" dirty="0">
              <a:solidFill>
                <a:schemeClr val="bg1">
                  <a:lumMod val="95000"/>
                  <a:lumOff val="5000"/>
                </a:schemeClr>
              </a:solidFill>
            </a:rPr>
            <a:t>Collection efficiency </a:t>
          </a:r>
          <a:r>
            <a:rPr lang="en-US" sz="2000" b="1" dirty="0">
              <a:solidFill>
                <a:schemeClr val="bg1">
                  <a:lumMod val="95000"/>
                  <a:lumOff val="5000"/>
                </a:schemeClr>
              </a:solidFill>
            </a:rPr>
            <a:t>↑ 20%</a:t>
          </a:r>
        </a:p>
      </dgm:t>
    </dgm:pt>
    <dgm:pt modelId="{0AF0956F-494B-4F0D-B88A-156DBE6075F7}" type="parTrans" cxnId="{8E21B1B2-C567-4092-9671-B40AD87CEFF1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8A5BF091-592E-4B4C-A1FE-C289DD6A0563}" type="sibTrans" cxnId="{8E21B1B2-C567-4092-9671-B40AD87CEFF1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7CC8B321-1485-4C6C-A7AB-E38656941C2D}">
      <dgm:prSet custT="1"/>
      <dgm:spPr/>
      <dgm:t>
        <a:bodyPr/>
        <a:lstStyle/>
        <a:p>
          <a:r>
            <a:rPr lang="en-US" sz="2000" dirty="0">
              <a:solidFill>
                <a:schemeClr val="bg1">
                  <a:lumMod val="95000"/>
                  <a:lumOff val="5000"/>
                </a:schemeClr>
              </a:solidFill>
            </a:rPr>
            <a:t>Stock mismatch </a:t>
          </a:r>
          <a:r>
            <a:rPr lang="en-US" sz="2000" b="1" dirty="0">
              <a:solidFill>
                <a:schemeClr val="bg1">
                  <a:lumMod val="95000"/>
                  <a:lumOff val="5000"/>
                </a:schemeClr>
              </a:solidFill>
            </a:rPr>
            <a:t>↓ 30%</a:t>
          </a:r>
        </a:p>
      </dgm:t>
    </dgm:pt>
    <dgm:pt modelId="{04E85CC6-268A-44B0-AA90-CA57B83A50BB}" type="parTrans" cxnId="{BB15042B-F7F2-44DA-9496-4E8C8C466595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BB8446D6-CA71-417B-9CA3-90015FCFBB15}" type="sibTrans" cxnId="{BB15042B-F7F2-44DA-9496-4E8C8C466595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51916E2B-7D1C-4943-8F84-27CBDE072712}">
      <dgm:prSet custT="1"/>
      <dgm:spPr/>
      <dgm:t>
        <a:bodyPr/>
        <a:lstStyle/>
        <a:p>
          <a:r>
            <a:rPr lang="en-US" sz="2000" dirty="0">
              <a:solidFill>
                <a:schemeClr val="bg1">
                  <a:lumMod val="95000"/>
                  <a:lumOff val="5000"/>
                </a:schemeClr>
              </a:solidFill>
            </a:rPr>
            <a:t>Decision-making time reduced from </a:t>
          </a:r>
          <a:r>
            <a:rPr lang="en-US" sz="2000" b="1" dirty="0">
              <a:solidFill>
                <a:schemeClr val="bg1">
                  <a:lumMod val="95000"/>
                  <a:lumOff val="5000"/>
                </a:schemeClr>
              </a:solidFill>
            </a:rPr>
            <a:t>weeks → hours</a:t>
          </a:r>
        </a:p>
      </dgm:t>
    </dgm:pt>
    <dgm:pt modelId="{E9229C9D-B539-478D-B9BC-32F7621224B7}" type="parTrans" cxnId="{6531C5BF-424F-4BC8-A866-E67E5B1957E7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C5A6D3DD-23B0-45F8-839E-0CCAED7F7342}" type="sibTrans" cxnId="{6531C5BF-424F-4BC8-A866-E67E5B1957E7}">
      <dgm:prSet/>
      <dgm:spPr/>
      <dgm:t>
        <a:bodyPr/>
        <a:lstStyle/>
        <a:p>
          <a:endParaRPr lang="en-US" sz="2000">
            <a:solidFill>
              <a:schemeClr val="bg1">
                <a:lumMod val="95000"/>
                <a:lumOff val="5000"/>
              </a:schemeClr>
            </a:solidFill>
          </a:endParaRPr>
        </a:p>
      </dgm:t>
    </dgm:pt>
    <dgm:pt modelId="{B825C16C-249C-44D0-849E-4B7E16BD5592}" type="pres">
      <dgm:prSet presAssocID="{177652DA-F02E-4DDE-9457-DCD352F6AF0F}" presName="vert0" presStyleCnt="0">
        <dgm:presLayoutVars>
          <dgm:dir/>
          <dgm:animOne val="branch"/>
          <dgm:animLvl val="lvl"/>
        </dgm:presLayoutVars>
      </dgm:prSet>
      <dgm:spPr/>
    </dgm:pt>
    <dgm:pt modelId="{174B05DB-AC07-4904-8050-C1B468D38C91}" type="pres">
      <dgm:prSet presAssocID="{62DC9DAE-6DA9-4E6C-A4C0-B7633E5ACEDC}" presName="thickLine" presStyleLbl="alignNode1" presStyleIdx="0" presStyleCnt="1"/>
      <dgm:spPr/>
    </dgm:pt>
    <dgm:pt modelId="{8F0F9668-DC34-4255-AAA5-D6937AEA20C9}" type="pres">
      <dgm:prSet presAssocID="{62DC9DAE-6DA9-4E6C-A4C0-B7633E5ACEDC}" presName="horz1" presStyleCnt="0"/>
      <dgm:spPr/>
    </dgm:pt>
    <dgm:pt modelId="{DA832999-24B4-4D08-9DA9-1BCD69C773CB}" type="pres">
      <dgm:prSet presAssocID="{62DC9DAE-6DA9-4E6C-A4C0-B7633E5ACEDC}" presName="tx1" presStyleLbl="revTx" presStyleIdx="0" presStyleCnt="4"/>
      <dgm:spPr/>
    </dgm:pt>
    <dgm:pt modelId="{59684853-A671-481A-B573-C121220EFC3F}" type="pres">
      <dgm:prSet presAssocID="{62DC9DAE-6DA9-4E6C-A4C0-B7633E5ACEDC}" presName="vert1" presStyleCnt="0"/>
      <dgm:spPr/>
    </dgm:pt>
    <dgm:pt modelId="{11F9D9A1-D385-4EFC-A85B-CB54490C5BB7}" type="pres">
      <dgm:prSet presAssocID="{DDC008F0-F895-48E1-8CF9-710BF74012FE}" presName="vertSpace2a" presStyleCnt="0"/>
      <dgm:spPr/>
    </dgm:pt>
    <dgm:pt modelId="{44B580D8-DCBE-4359-B3B8-AB0054873F4A}" type="pres">
      <dgm:prSet presAssocID="{DDC008F0-F895-48E1-8CF9-710BF74012FE}" presName="horz2" presStyleCnt="0"/>
      <dgm:spPr/>
    </dgm:pt>
    <dgm:pt modelId="{43C9E786-DB6C-4114-986D-7CA7106337CE}" type="pres">
      <dgm:prSet presAssocID="{DDC008F0-F895-48E1-8CF9-710BF74012FE}" presName="horzSpace2" presStyleCnt="0"/>
      <dgm:spPr/>
    </dgm:pt>
    <dgm:pt modelId="{C6ABCDEB-A2BD-4A6C-844D-6890A255DCE5}" type="pres">
      <dgm:prSet presAssocID="{DDC008F0-F895-48E1-8CF9-710BF74012FE}" presName="tx2" presStyleLbl="revTx" presStyleIdx="1" presStyleCnt="4"/>
      <dgm:spPr/>
    </dgm:pt>
    <dgm:pt modelId="{410B209B-BF81-439D-A5A0-B9B5B797349F}" type="pres">
      <dgm:prSet presAssocID="{DDC008F0-F895-48E1-8CF9-710BF74012FE}" presName="vert2" presStyleCnt="0"/>
      <dgm:spPr/>
    </dgm:pt>
    <dgm:pt modelId="{6DF2D4F6-67A7-4585-B00E-016BD5CC58F6}" type="pres">
      <dgm:prSet presAssocID="{DDC008F0-F895-48E1-8CF9-710BF74012FE}" presName="thinLine2b" presStyleLbl="callout" presStyleIdx="0" presStyleCnt="3"/>
      <dgm:spPr/>
    </dgm:pt>
    <dgm:pt modelId="{3D2539E5-E7EB-4457-817E-C2B7B43D7938}" type="pres">
      <dgm:prSet presAssocID="{DDC008F0-F895-48E1-8CF9-710BF74012FE}" presName="vertSpace2b" presStyleCnt="0"/>
      <dgm:spPr/>
    </dgm:pt>
    <dgm:pt modelId="{07215B0F-933B-483B-9980-9F76E5C218F6}" type="pres">
      <dgm:prSet presAssocID="{7CC8B321-1485-4C6C-A7AB-E38656941C2D}" presName="horz2" presStyleCnt="0"/>
      <dgm:spPr/>
    </dgm:pt>
    <dgm:pt modelId="{2C89B48F-39B3-45F1-9C7F-1C407BAAA419}" type="pres">
      <dgm:prSet presAssocID="{7CC8B321-1485-4C6C-A7AB-E38656941C2D}" presName="horzSpace2" presStyleCnt="0"/>
      <dgm:spPr/>
    </dgm:pt>
    <dgm:pt modelId="{C3205F68-F056-4531-A06F-3F4EF5DA625D}" type="pres">
      <dgm:prSet presAssocID="{7CC8B321-1485-4C6C-A7AB-E38656941C2D}" presName="tx2" presStyleLbl="revTx" presStyleIdx="2" presStyleCnt="4"/>
      <dgm:spPr/>
    </dgm:pt>
    <dgm:pt modelId="{1DC06D6D-C6DE-465C-8B27-52D5CCE93F85}" type="pres">
      <dgm:prSet presAssocID="{7CC8B321-1485-4C6C-A7AB-E38656941C2D}" presName="vert2" presStyleCnt="0"/>
      <dgm:spPr/>
    </dgm:pt>
    <dgm:pt modelId="{E83148C7-5E21-4C6D-9967-E00186F704C7}" type="pres">
      <dgm:prSet presAssocID="{7CC8B321-1485-4C6C-A7AB-E38656941C2D}" presName="thinLine2b" presStyleLbl="callout" presStyleIdx="1" presStyleCnt="3"/>
      <dgm:spPr/>
    </dgm:pt>
    <dgm:pt modelId="{B74FC5AF-4FB9-43A9-BB03-08052F9014D3}" type="pres">
      <dgm:prSet presAssocID="{7CC8B321-1485-4C6C-A7AB-E38656941C2D}" presName="vertSpace2b" presStyleCnt="0"/>
      <dgm:spPr/>
    </dgm:pt>
    <dgm:pt modelId="{5FE67091-88EB-4AB9-A8DD-6119DB70E3A8}" type="pres">
      <dgm:prSet presAssocID="{51916E2B-7D1C-4943-8F84-27CBDE072712}" presName="horz2" presStyleCnt="0"/>
      <dgm:spPr/>
    </dgm:pt>
    <dgm:pt modelId="{1F7F4F42-79CA-4D46-969A-154D4FF82C5D}" type="pres">
      <dgm:prSet presAssocID="{51916E2B-7D1C-4943-8F84-27CBDE072712}" presName="horzSpace2" presStyleCnt="0"/>
      <dgm:spPr/>
    </dgm:pt>
    <dgm:pt modelId="{4A1C69A5-157E-40AE-9863-77A0FC954C47}" type="pres">
      <dgm:prSet presAssocID="{51916E2B-7D1C-4943-8F84-27CBDE072712}" presName="tx2" presStyleLbl="revTx" presStyleIdx="3" presStyleCnt="4"/>
      <dgm:spPr/>
    </dgm:pt>
    <dgm:pt modelId="{9A4C7EB9-F5D8-46AE-A5B3-688AA6B0730E}" type="pres">
      <dgm:prSet presAssocID="{51916E2B-7D1C-4943-8F84-27CBDE072712}" presName="vert2" presStyleCnt="0"/>
      <dgm:spPr/>
    </dgm:pt>
    <dgm:pt modelId="{32B95E4F-CF5F-473A-AB96-9D9D93245846}" type="pres">
      <dgm:prSet presAssocID="{51916E2B-7D1C-4943-8F84-27CBDE072712}" presName="thinLine2b" presStyleLbl="callout" presStyleIdx="2" presStyleCnt="3"/>
      <dgm:spPr/>
    </dgm:pt>
    <dgm:pt modelId="{8814EB50-F7EB-4C04-9A09-85A08718859F}" type="pres">
      <dgm:prSet presAssocID="{51916E2B-7D1C-4943-8F84-27CBDE072712}" presName="vertSpace2b" presStyleCnt="0"/>
      <dgm:spPr/>
    </dgm:pt>
  </dgm:ptLst>
  <dgm:cxnLst>
    <dgm:cxn modelId="{EDE72909-3CB1-4E85-B0B2-36061174FC59}" type="presOf" srcId="{177652DA-F02E-4DDE-9457-DCD352F6AF0F}" destId="{B825C16C-249C-44D0-849E-4B7E16BD5592}" srcOrd="0" destOrd="0" presId="urn:microsoft.com/office/officeart/2008/layout/LinedList"/>
    <dgm:cxn modelId="{783CC00E-EBC8-464C-8504-65266DB48C81}" type="presOf" srcId="{62DC9DAE-6DA9-4E6C-A4C0-B7633E5ACEDC}" destId="{DA832999-24B4-4D08-9DA9-1BCD69C773CB}" srcOrd="0" destOrd="0" presId="urn:microsoft.com/office/officeart/2008/layout/LinedList"/>
    <dgm:cxn modelId="{BB15042B-F7F2-44DA-9496-4E8C8C466595}" srcId="{62DC9DAE-6DA9-4E6C-A4C0-B7633E5ACEDC}" destId="{7CC8B321-1485-4C6C-A7AB-E38656941C2D}" srcOrd="1" destOrd="0" parTransId="{04E85CC6-268A-44B0-AA90-CA57B83A50BB}" sibTransId="{BB8446D6-CA71-417B-9CA3-90015FCFBB15}"/>
    <dgm:cxn modelId="{EF236259-7B52-450C-B08E-AA12B0323916}" type="presOf" srcId="{51916E2B-7D1C-4943-8F84-27CBDE072712}" destId="{4A1C69A5-157E-40AE-9863-77A0FC954C47}" srcOrd="0" destOrd="0" presId="urn:microsoft.com/office/officeart/2008/layout/LinedList"/>
    <dgm:cxn modelId="{63E9D593-18B2-4DDF-BEE3-D294A81D099A}" srcId="{177652DA-F02E-4DDE-9457-DCD352F6AF0F}" destId="{62DC9DAE-6DA9-4E6C-A4C0-B7633E5ACEDC}" srcOrd="0" destOrd="0" parTransId="{849FFEBD-ACD7-4FD8-8129-EC4BD2782043}" sibTransId="{815F5BAE-805B-440F-B8B8-5E10E3839E84}"/>
    <dgm:cxn modelId="{51F791A4-2307-4B44-9115-80A90B615273}" type="presOf" srcId="{7CC8B321-1485-4C6C-A7AB-E38656941C2D}" destId="{C3205F68-F056-4531-A06F-3F4EF5DA625D}" srcOrd="0" destOrd="0" presId="urn:microsoft.com/office/officeart/2008/layout/LinedList"/>
    <dgm:cxn modelId="{8E21B1B2-C567-4092-9671-B40AD87CEFF1}" srcId="{62DC9DAE-6DA9-4E6C-A4C0-B7633E5ACEDC}" destId="{DDC008F0-F895-48E1-8CF9-710BF74012FE}" srcOrd="0" destOrd="0" parTransId="{0AF0956F-494B-4F0D-B88A-156DBE6075F7}" sibTransId="{8A5BF091-592E-4B4C-A1FE-C289DD6A0563}"/>
    <dgm:cxn modelId="{6531C5BF-424F-4BC8-A866-E67E5B1957E7}" srcId="{62DC9DAE-6DA9-4E6C-A4C0-B7633E5ACEDC}" destId="{51916E2B-7D1C-4943-8F84-27CBDE072712}" srcOrd="2" destOrd="0" parTransId="{E9229C9D-B539-478D-B9BC-32F7621224B7}" sibTransId="{C5A6D3DD-23B0-45F8-839E-0CCAED7F7342}"/>
    <dgm:cxn modelId="{F5AFE0E2-E075-424D-BA83-E2B8BC153D10}" type="presOf" srcId="{DDC008F0-F895-48E1-8CF9-710BF74012FE}" destId="{C6ABCDEB-A2BD-4A6C-844D-6890A255DCE5}" srcOrd="0" destOrd="0" presId="urn:microsoft.com/office/officeart/2008/layout/LinedList"/>
    <dgm:cxn modelId="{750E03CB-7A4F-499D-87AE-C8FC5C851E61}" type="presParOf" srcId="{B825C16C-249C-44D0-849E-4B7E16BD5592}" destId="{174B05DB-AC07-4904-8050-C1B468D38C91}" srcOrd="0" destOrd="0" presId="urn:microsoft.com/office/officeart/2008/layout/LinedList"/>
    <dgm:cxn modelId="{A37A0CF6-BB87-4C09-8260-4395347D8713}" type="presParOf" srcId="{B825C16C-249C-44D0-849E-4B7E16BD5592}" destId="{8F0F9668-DC34-4255-AAA5-D6937AEA20C9}" srcOrd="1" destOrd="0" presId="urn:microsoft.com/office/officeart/2008/layout/LinedList"/>
    <dgm:cxn modelId="{62E94359-5C31-4529-B7E3-4D6D09B6DD3D}" type="presParOf" srcId="{8F0F9668-DC34-4255-AAA5-D6937AEA20C9}" destId="{DA832999-24B4-4D08-9DA9-1BCD69C773CB}" srcOrd="0" destOrd="0" presId="urn:microsoft.com/office/officeart/2008/layout/LinedList"/>
    <dgm:cxn modelId="{075F0A05-86E8-410C-AB17-938EBF14A8B0}" type="presParOf" srcId="{8F0F9668-DC34-4255-AAA5-D6937AEA20C9}" destId="{59684853-A671-481A-B573-C121220EFC3F}" srcOrd="1" destOrd="0" presId="urn:microsoft.com/office/officeart/2008/layout/LinedList"/>
    <dgm:cxn modelId="{2B96E249-3DD9-45D4-AF5D-05142EA1E00A}" type="presParOf" srcId="{59684853-A671-481A-B573-C121220EFC3F}" destId="{11F9D9A1-D385-4EFC-A85B-CB54490C5BB7}" srcOrd="0" destOrd="0" presId="urn:microsoft.com/office/officeart/2008/layout/LinedList"/>
    <dgm:cxn modelId="{146233BD-DBA1-4464-BEA0-8BD3FDF466DC}" type="presParOf" srcId="{59684853-A671-481A-B573-C121220EFC3F}" destId="{44B580D8-DCBE-4359-B3B8-AB0054873F4A}" srcOrd="1" destOrd="0" presId="urn:microsoft.com/office/officeart/2008/layout/LinedList"/>
    <dgm:cxn modelId="{EFF6C1BC-80DD-4802-A3DA-991EDAF628FB}" type="presParOf" srcId="{44B580D8-DCBE-4359-B3B8-AB0054873F4A}" destId="{43C9E786-DB6C-4114-986D-7CA7106337CE}" srcOrd="0" destOrd="0" presId="urn:microsoft.com/office/officeart/2008/layout/LinedList"/>
    <dgm:cxn modelId="{0010CAF1-B717-45D9-84B3-62BAB4EF8923}" type="presParOf" srcId="{44B580D8-DCBE-4359-B3B8-AB0054873F4A}" destId="{C6ABCDEB-A2BD-4A6C-844D-6890A255DCE5}" srcOrd="1" destOrd="0" presId="urn:microsoft.com/office/officeart/2008/layout/LinedList"/>
    <dgm:cxn modelId="{61D31232-B08E-4809-85A6-59FDEEBA7D58}" type="presParOf" srcId="{44B580D8-DCBE-4359-B3B8-AB0054873F4A}" destId="{410B209B-BF81-439D-A5A0-B9B5B797349F}" srcOrd="2" destOrd="0" presId="urn:microsoft.com/office/officeart/2008/layout/LinedList"/>
    <dgm:cxn modelId="{892837EC-90EE-441C-A11B-1CC75FC56B80}" type="presParOf" srcId="{59684853-A671-481A-B573-C121220EFC3F}" destId="{6DF2D4F6-67A7-4585-B00E-016BD5CC58F6}" srcOrd="2" destOrd="0" presId="urn:microsoft.com/office/officeart/2008/layout/LinedList"/>
    <dgm:cxn modelId="{05B38E86-F7F3-4F3E-B6E8-5BA0590FD154}" type="presParOf" srcId="{59684853-A671-481A-B573-C121220EFC3F}" destId="{3D2539E5-E7EB-4457-817E-C2B7B43D7938}" srcOrd="3" destOrd="0" presId="urn:microsoft.com/office/officeart/2008/layout/LinedList"/>
    <dgm:cxn modelId="{58113E8C-236F-4021-95D5-BFBFC89C3F31}" type="presParOf" srcId="{59684853-A671-481A-B573-C121220EFC3F}" destId="{07215B0F-933B-483B-9980-9F76E5C218F6}" srcOrd="4" destOrd="0" presId="urn:microsoft.com/office/officeart/2008/layout/LinedList"/>
    <dgm:cxn modelId="{83AEDE5C-250C-4039-B293-837654513449}" type="presParOf" srcId="{07215B0F-933B-483B-9980-9F76E5C218F6}" destId="{2C89B48F-39B3-45F1-9C7F-1C407BAAA419}" srcOrd="0" destOrd="0" presId="urn:microsoft.com/office/officeart/2008/layout/LinedList"/>
    <dgm:cxn modelId="{2CFB9063-3FD2-44AE-8233-9706487B52CC}" type="presParOf" srcId="{07215B0F-933B-483B-9980-9F76E5C218F6}" destId="{C3205F68-F056-4531-A06F-3F4EF5DA625D}" srcOrd="1" destOrd="0" presId="urn:microsoft.com/office/officeart/2008/layout/LinedList"/>
    <dgm:cxn modelId="{F8063119-92D9-462D-B684-5B5E98E239EA}" type="presParOf" srcId="{07215B0F-933B-483B-9980-9F76E5C218F6}" destId="{1DC06D6D-C6DE-465C-8B27-52D5CCE93F85}" srcOrd="2" destOrd="0" presId="urn:microsoft.com/office/officeart/2008/layout/LinedList"/>
    <dgm:cxn modelId="{93FF4715-6C0A-4438-8B55-B390638D534E}" type="presParOf" srcId="{59684853-A671-481A-B573-C121220EFC3F}" destId="{E83148C7-5E21-4C6D-9967-E00186F704C7}" srcOrd="5" destOrd="0" presId="urn:microsoft.com/office/officeart/2008/layout/LinedList"/>
    <dgm:cxn modelId="{7C389DF4-0BA8-4E18-85FC-07B4AE6B390A}" type="presParOf" srcId="{59684853-A671-481A-B573-C121220EFC3F}" destId="{B74FC5AF-4FB9-43A9-BB03-08052F9014D3}" srcOrd="6" destOrd="0" presId="urn:microsoft.com/office/officeart/2008/layout/LinedList"/>
    <dgm:cxn modelId="{A55AED90-1149-42BD-819E-9066BC194D60}" type="presParOf" srcId="{59684853-A671-481A-B573-C121220EFC3F}" destId="{5FE67091-88EB-4AB9-A8DD-6119DB70E3A8}" srcOrd="7" destOrd="0" presId="urn:microsoft.com/office/officeart/2008/layout/LinedList"/>
    <dgm:cxn modelId="{4A5B83FB-EF4D-40A0-91E4-7992FC75DDD1}" type="presParOf" srcId="{5FE67091-88EB-4AB9-A8DD-6119DB70E3A8}" destId="{1F7F4F42-79CA-4D46-969A-154D4FF82C5D}" srcOrd="0" destOrd="0" presId="urn:microsoft.com/office/officeart/2008/layout/LinedList"/>
    <dgm:cxn modelId="{7F6BC87B-D6CA-4151-A93A-8E700DA64401}" type="presParOf" srcId="{5FE67091-88EB-4AB9-A8DD-6119DB70E3A8}" destId="{4A1C69A5-157E-40AE-9863-77A0FC954C47}" srcOrd="1" destOrd="0" presId="urn:microsoft.com/office/officeart/2008/layout/LinedList"/>
    <dgm:cxn modelId="{8B38886B-B2C7-4A76-B934-5052D7DDFBBB}" type="presParOf" srcId="{5FE67091-88EB-4AB9-A8DD-6119DB70E3A8}" destId="{9A4C7EB9-F5D8-46AE-A5B3-688AA6B0730E}" srcOrd="2" destOrd="0" presId="urn:microsoft.com/office/officeart/2008/layout/LinedList"/>
    <dgm:cxn modelId="{7C4C12BA-0CEF-4E1E-A8BA-EA50DCADC74F}" type="presParOf" srcId="{59684853-A671-481A-B573-C121220EFC3F}" destId="{32B95E4F-CF5F-473A-AB96-9D9D93245846}" srcOrd="8" destOrd="0" presId="urn:microsoft.com/office/officeart/2008/layout/LinedList"/>
    <dgm:cxn modelId="{734C7F7C-6145-4A89-82EF-B8223CA4260A}" type="presParOf" srcId="{59684853-A671-481A-B573-C121220EFC3F}" destId="{8814EB50-F7EB-4C04-9A09-85A08718859F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r>
            <a:rPr lang="en-US" sz="1500" dirty="0"/>
            <a:t>One system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endParaRPr lang="en-US" sz="15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endParaRPr lang="en-US" sz="1500"/>
        </a:p>
      </dgm:t>
    </dgm:pt>
    <dgm:pt modelId="{734EC238-F7BE-4B2D-9A01-E00FC82AE74C}">
      <dgm:prSet custT="1"/>
      <dgm:spPr/>
      <dgm:t>
        <a:bodyPr/>
        <a:lstStyle/>
        <a:p>
          <a:r>
            <a:rPr lang="en-US" sz="1500" dirty="0"/>
            <a:t>Unified view</a:t>
          </a:r>
        </a:p>
      </dgm:t>
    </dgm:pt>
    <dgm:pt modelId="{996D3632-6B63-4584-AFCD-E1F2F1A5F889}" type="parTrans" cxnId="{D4C2D2AC-19E0-447D-A9DC-62114C1F60D1}">
      <dgm:prSet/>
      <dgm:spPr/>
      <dgm:t>
        <a:bodyPr/>
        <a:lstStyle/>
        <a:p>
          <a:endParaRPr lang="en-US" sz="1500"/>
        </a:p>
      </dgm:t>
    </dgm:pt>
    <dgm:pt modelId="{6A032905-038F-41DA-983A-256D0BA348ED}" type="sibTrans" cxnId="{D4C2D2AC-19E0-447D-A9DC-62114C1F60D1}">
      <dgm:prSet/>
      <dgm:spPr/>
      <dgm:t>
        <a:bodyPr/>
        <a:lstStyle/>
        <a:p>
          <a:endParaRPr lang="en-US" sz="1500"/>
        </a:p>
      </dgm:t>
    </dgm:pt>
    <dgm:pt modelId="{160AA4CE-1A2E-4962-9E71-FAEA5A015FE0}">
      <dgm:prSet custT="1"/>
      <dgm:spPr/>
      <dgm:t>
        <a:bodyPr/>
        <a:lstStyle/>
        <a:p>
          <a:r>
            <a:rPr lang="en-US" sz="1500" dirty="0"/>
            <a:t>Real-time reports</a:t>
          </a:r>
        </a:p>
      </dgm:t>
    </dgm:pt>
    <dgm:pt modelId="{81844F71-79F6-4920-8116-4C89801217FB}" type="parTrans" cxnId="{DEBF2EE2-62EB-449C-9B32-399E6C52564A}">
      <dgm:prSet/>
      <dgm:spPr/>
      <dgm:t>
        <a:bodyPr/>
        <a:lstStyle/>
        <a:p>
          <a:endParaRPr lang="en-US" sz="1500"/>
        </a:p>
      </dgm:t>
    </dgm:pt>
    <dgm:pt modelId="{0F2E5DAE-1662-4510-B2A6-944C06441007}" type="sibTrans" cxnId="{DEBF2EE2-62EB-449C-9B32-399E6C52564A}">
      <dgm:prSet/>
      <dgm:spPr/>
      <dgm:t>
        <a:bodyPr/>
        <a:lstStyle/>
        <a:p>
          <a:endParaRPr lang="en-US" sz="1500"/>
        </a:p>
      </dgm:t>
    </dgm:pt>
    <dgm:pt modelId="{B83BE07D-3B2D-4D05-BFEC-3D13DEFB0C37}">
      <dgm:prSet custT="1"/>
      <dgm:spPr/>
      <dgm:t>
        <a:bodyPr/>
        <a:lstStyle/>
        <a:p>
          <a:r>
            <a:rPr lang="en-US" sz="1500" dirty="0"/>
            <a:t>Faster decisions</a:t>
          </a:r>
        </a:p>
      </dgm:t>
    </dgm:pt>
    <dgm:pt modelId="{8B92E2C4-8DB2-4499-B230-13A0E90AE3AF}" type="parTrans" cxnId="{8A689D74-2FC4-4D56-9178-66866BB4473A}">
      <dgm:prSet/>
      <dgm:spPr/>
      <dgm:t>
        <a:bodyPr/>
        <a:lstStyle/>
        <a:p>
          <a:endParaRPr lang="en-US" sz="1500"/>
        </a:p>
      </dgm:t>
    </dgm:pt>
    <dgm:pt modelId="{8BD93284-AED1-43EA-B2B4-F4D1CA27D1C8}" type="sibTrans" cxnId="{8A689D74-2FC4-4D56-9178-66866BB4473A}">
      <dgm:prSet/>
      <dgm:spPr/>
      <dgm:t>
        <a:bodyPr/>
        <a:lstStyle/>
        <a:p>
          <a:endParaRPr lang="en-US" sz="1500"/>
        </a:p>
      </dgm:t>
    </dgm:pt>
    <dgm:pt modelId="{C2E1760A-8E95-4884-A68F-9616AC3CE78F}">
      <dgm:prSet custT="1"/>
      <dgm:spPr/>
      <dgm:t>
        <a:bodyPr/>
        <a:lstStyle/>
        <a:p>
          <a:r>
            <a:rPr lang="en-US" sz="1500" dirty="0"/>
            <a:t>Reduce leakage</a:t>
          </a:r>
        </a:p>
      </dgm:t>
    </dgm:pt>
    <dgm:pt modelId="{981677DB-7630-440D-8C9E-EAB85258CEF5}" type="parTrans" cxnId="{EA71894F-FA98-4033-A31D-FF7ABF9EC50F}">
      <dgm:prSet/>
      <dgm:spPr/>
      <dgm:t>
        <a:bodyPr/>
        <a:lstStyle/>
        <a:p>
          <a:endParaRPr lang="en-US" sz="1500"/>
        </a:p>
      </dgm:t>
    </dgm:pt>
    <dgm:pt modelId="{B8FF2B8F-512F-4F58-876F-E43F135FBD1E}" type="sibTrans" cxnId="{EA71894F-FA98-4033-A31D-FF7ABF9EC50F}">
      <dgm:prSet/>
      <dgm:spPr/>
      <dgm:t>
        <a:bodyPr/>
        <a:lstStyle/>
        <a:p>
          <a:endParaRPr lang="en-US" sz="1500"/>
        </a:p>
      </dgm:t>
    </dgm:pt>
    <dgm:pt modelId="{F9449DB6-885A-4ACA-9295-19080C6C29A7}">
      <dgm:prSet custT="1"/>
      <dgm:spPr/>
      <dgm:t>
        <a:bodyPr/>
        <a:lstStyle/>
        <a:p>
          <a:r>
            <a:rPr lang="en-US" sz="1500" dirty="0"/>
            <a:t>Improve collection</a:t>
          </a:r>
        </a:p>
      </dgm:t>
    </dgm:pt>
    <dgm:pt modelId="{2D2E66AB-6C69-4198-A33E-432B8F647F7B}" type="parTrans" cxnId="{5D0607C1-2371-419F-B0CF-ED8CAE0928D3}">
      <dgm:prSet/>
      <dgm:spPr/>
      <dgm:t>
        <a:bodyPr/>
        <a:lstStyle/>
        <a:p>
          <a:endParaRPr lang="en-US" sz="1500"/>
        </a:p>
      </dgm:t>
    </dgm:pt>
    <dgm:pt modelId="{53FFCEAD-E306-43E4-97A5-7BDDDACB400B}" type="sibTrans" cxnId="{5D0607C1-2371-419F-B0CF-ED8CAE0928D3}">
      <dgm:prSet/>
      <dgm:spPr/>
      <dgm:t>
        <a:bodyPr/>
        <a:lstStyle/>
        <a:p>
          <a:endParaRPr lang="en-US" sz="1500"/>
        </a:p>
      </dgm:t>
    </dgm:pt>
    <dgm:pt modelId="{D515F273-38D7-4934-8CB3-CDFF8B7CD6B1}">
      <dgm:prSet custT="1"/>
      <dgm:spPr/>
      <dgm:t>
        <a:bodyPr/>
        <a:lstStyle/>
        <a:p>
          <a:r>
            <a:rPr lang="en-US" sz="1500" dirty="0"/>
            <a:t>Scale easily</a:t>
          </a:r>
        </a:p>
      </dgm:t>
    </dgm:pt>
    <dgm:pt modelId="{D2AB55EB-2F8C-4644-8AF6-57E31E8F3648}" type="parTrans" cxnId="{8119F36C-7BA7-4219-B257-A80FEED81F68}">
      <dgm:prSet/>
      <dgm:spPr/>
      <dgm:t>
        <a:bodyPr/>
        <a:lstStyle/>
        <a:p>
          <a:endParaRPr lang="en-US" sz="1500"/>
        </a:p>
      </dgm:t>
    </dgm:pt>
    <dgm:pt modelId="{4800E8A0-0758-4D0C-870D-888125F7DD75}" type="sibTrans" cxnId="{8119F36C-7BA7-4219-B257-A80FEED81F68}">
      <dgm:prSet/>
      <dgm:spPr/>
      <dgm:t>
        <a:bodyPr/>
        <a:lstStyle/>
        <a:p>
          <a:endParaRPr lang="en-US" sz="1500"/>
        </a:p>
      </dgm:t>
    </dgm:pt>
    <dgm:pt modelId="{F532A013-FAE5-4516-9B12-AF7382C020F3}">
      <dgm:prSet custT="1"/>
      <dgm:spPr/>
      <dgm:t>
        <a:bodyPr/>
        <a:lstStyle/>
        <a:p>
          <a:r>
            <a:rPr lang="en-US" sz="1500" dirty="0"/>
            <a:t>Proven success</a:t>
          </a:r>
        </a:p>
      </dgm:t>
    </dgm:pt>
    <dgm:pt modelId="{325B0E2C-6FCA-406C-8DC4-9C3B8F09E945}" type="parTrans" cxnId="{51653097-7F56-4025-9EAE-4BDDC34D736B}">
      <dgm:prSet/>
      <dgm:spPr/>
      <dgm:t>
        <a:bodyPr/>
        <a:lstStyle/>
        <a:p>
          <a:endParaRPr lang="en-US" sz="1500"/>
        </a:p>
      </dgm:t>
    </dgm:pt>
    <dgm:pt modelId="{A29B61B8-90AB-45FA-A907-E301F6DCFE6C}" type="sibTrans" cxnId="{51653097-7F56-4025-9EAE-4BDDC34D736B}">
      <dgm:prSet/>
      <dgm:spPr/>
      <dgm:t>
        <a:bodyPr/>
        <a:lstStyle/>
        <a:p>
          <a:endParaRPr lang="en-US" sz="1500"/>
        </a:p>
      </dgm:t>
    </dgm:pt>
    <dgm:pt modelId="{5E0183A2-1A60-49C5-99A5-BEC79DAD601E}">
      <dgm:prSet custT="1"/>
      <dgm:spPr/>
      <dgm:t>
        <a:bodyPr/>
        <a:lstStyle/>
        <a:p>
          <a:r>
            <a:rPr lang="en-US" sz="1500" dirty="0"/>
            <a:t>Let’s begin</a:t>
          </a:r>
        </a:p>
      </dgm:t>
    </dgm:pt>
    <dgm:pt modelId="{CF10317B-9F74-49F3-AA7D-EA8453D33098}" type="parTrans" cxnId="{90556D11-48DF-4EDC-B909-BE3BA8936E6A}">
      <dgm:prSet/>
      <dgm:spPr/>
      <dgm:t>
        <a:bodyPr/>
        <a:lstStyle/>
        <a:p>
          <a:endParaRPr lang="en-US" sz="1500"/>
        </a:p>
      </dgm:t>
    </dgm:pt>
    <dgm:pt modelId="{C890525D-939D-48F4-AE74-73FB36371B73}" type="sibTrans" cxnId="{90556D11-48DF-4EDC-B909-BE3BA8936E6A}">
      <dgm:prSet/>
      <dgm:spPr/>
      <dgm:t>
        <a:bodyPr/>
        <a:lstStyle/>
        <a:p>
          <a:endParaRPr lang="en-US" sz="1500"/>
        </a:p>
      </dgm:t>
    </dgm:pt>
    <dgm:pt modelId="{7AE943EC-5382-4441-A250-C5125EA0AD8A}" type="pres">
      <dgm:prSet presAssocID="{6590A677-2857-4BBD-88C5-B8C751448989}" presName="diagram" presStyleCnt="0">
        <dgm:presLayoutVars>
          <dgm:dir/>
          <dgm:resizeHandles val="exact"/>
        </dgm:presLayoutVars>
      </dgm:prSet>
      <dgm:spPr/>
    </dgm:pt>
    <dgm:pt modelId="{287EAD93-565D-4978-A67B-8270A64D6418}" type="pres">
      <dgm:prSet presAssocID="{8822DDF5-47F2-4FCE-A855-07AD9BA5B704}" presName="node" presStyleLbl="node1" presStyleIdx="0" presStyleCnt="9">
        <dgm:presLayoutVars>
          <dgm:bulletEnabled val="1"/>
        </dgm:presLayoutVars>
      </dgm:prSet>
      <dgm:spPr/>
    </dgm:pt>
    <dgm:pt modelId="{8D4DFEE7-5B46-498C-A3E6-22E3AB7179B2}" type="pres">
      <dgm:prSet presAssocID="{F43A0FD4-231E-44FF-8721-7F34010268A2}" presName="sibTrans" presStyleCnt="0"/>
      <dgm:spPr/>
    </dgm:pt>
    <dgm:pt modelId="{C26E6172-841E-4A79-BA08-711FED899A5A}" type="pres">
      <dgm:prSet presAssocID="{734EC238-F7BE-4B2D-9A01-E00FC82AE74C}" presName="node" presStyleLbl="node1" presStyleIdx="1" presStyleCnt="9">
        <dgm:presLayoutVars>
          <dgm:bulletEnabled val="1"/>
        </dgm:presLayoutVars>
      </dgm:prSet>
      <dgm:spPr/>
    </dgm:pt>
    <dgm:pt modelId="{6EE645D0-7B02-450B-9AC6-92F48CB458A2}" type="pres">
      <dgm:prSet presAssocID="{6A032905-038F-41DA-983A-256D0BA348ED}" presName="sibTrans" presStyleCnt="0"/>
      <dgm:spPr/>
    </dgm:pt>
    <dgm:pt modelId="{6E2E0870-86F7-497C-AE66-5CD2F0556389}" type="pres">
      <dgm:prSet presAssocID="{160AA4CE-1A2E-4962-9E71-FAEA5A015FE0}" presName="node" presStyleLbl="node1" presStyleIdx="2" presStyleCnt="9">
        <dgm:presLayoutVars>
          <dgm:bulletEnabled val="1"/>
        </dgm:presLayoutVars>
      </dgm:prSet>
      <dgm:spPr/>
    </dgm:pt>
    <dgm:pt modelId="{F0B342CF-D8B5-4E27-BD5C-DF8CA0B97456}" type="pres">
      <dgm:prSet presAssocID="{0F2E5DAE-1662-4510-B2A6-944C06441007}" presName="sibTrans" presStyleCnt="0"/>
      <dgm:spPr/>
    </dgm:pt>
    <dgm:pt modelId="{D38B2E74-1A12-4B42-89AA-F0BA3020DB24}" type="pres">
      <dgm:prSet presAssocID="{B83BE07D-3B2D-4D05-BFEC-3D13DEFB0C37}" presName="node" presStyleLbl="node1" presStyleIdx="3" presStyleCnt="9">
        <dgm:presLayoutVars>
          <dgm:bulletEnabled val="1"/>
        </dgm:presLayoutVars>
      </dgm:prSet>
      <dgm:spPr/>
    </dgm:pt>
    <dgm:pt modelId="{E2A86B47-FC12-482B-B8BA-8185201463A2}" type="pres">
      <dgm:prSet presAssocID="{8BD93284-AED1-43EA-B2B4-F4D1CA27D1C8}" presName="sibTrans" presStyleCnt="0"/>
      <dgm:spPr/>
    </dgm:pt>
    <dgm:pt modelId="{CE4A3B6E-D967-4BD2-BA09-B89BB690A7CB}" type="pres">
      <dgm:prSet presAssocID="{C2E1760A-8E95-4884-A68F-9616AC3CE78F}" presName="node" presStyleLbl="node1" presStyleIdx="4" presStyleCnt="9">
        <dgm:presLayoutVars>
          <dgm:bulletEnabled val="1"/>
        </dgm:presLayoutVars>
      </dgm:prSet>
      <dgm:spPr/>
    </dgm:pt>
    <dgm:pt modelId="{D600E44A-6E9E-470C-90DA-C0500122D21A}" type="pres">
      <dgm:prSet presAssocID="{B8FF2B8F-512F-4F58-876F-E43F135FBD1E}" presName="sibTrans" presStyleCnt="0"/>
      <dgm:spPr/>
    </dgm:pt>
    <dgm:pt modelId="{68E474C6-2435-43DE-801E-128C88D51FEE}" type="pres">
      <dgm:prSet presAssocID="{F9449DB6-885A-4ACA-9295-19080C6C29A7}" presName="node" presStyleLbl="node1" presStyleIdx="5" presStyleCnt="9">
        <dgm:presLayoutVars>
          <dgm:bulletEnabled val="1"/>
        </dgm:presLayoutVars>
      </dgm:prSet>
      <dgm:spPr/>
    </dgm:pt>
    <dgm:pt modelId="{3545F65B-3A2A-4A6F-A54D-8DA9D4A73945}" type="pres">
      <dgm:prSet presAssocID="{53FFCEAD-E306-43E4-97A5-7BDDDACB400B}" presName="sibTrans" presStyleCnt="0"/>
      <dgm:spPr/>
    </dgm:pt>
    <dgm:pt modelId="{37EF853D-29A5-4661-99E5-7C4AACB93E01}" type="pres">
      <dgm:prSet presAssocID="{D515F273-38D7-4934-8CB3-CDFF8B7CD6B1}" presName="node" presStyleLbl="node1" presStyleIdx="6" presStyleCnt="9">
        <dgm:presLayoutVars>
          <dgm:bulletEnabled val="1"/>
        </dgm:presLayoutVars>
      </dgm:prSet>
      <dgm:spPr/>
    </dgm:pt>
    <dgm:pt modelId="{113349A4-043E-419A-B542-9AA7A13FB2C4}" type="pres">
      <dgm:prSet presAssocID="{4800E8A0-0758-4D0C-870D-888125F7DD75}" presName="sibTrans" presStyleCnt="0"/>
      <dgm:spPr/>
    </dgm:pt>
    <dgm:pt modelId="{0BC91227-01BC-47CD-9357-3A9144B846E8}" type="pres">
      <dgm:prSet presAssocID="{F532A013-FAE5-4516-9B12-AF7382C020F3}" presName="node" presStyleLbl="node1" presStyleIdx="7" presStyleCnt="9">
        <dgm:presLayoutVars>
          <dgm:bulletEnabled val="1"/>
        </dgm:presLayoutVars>
      </dgm:prSet>
      <dgm:spPr/>
    </dgm:pt>
    <dgm:pt modelId="{D694EE91-FEAD-4D38-98D1-8C677E0D3294}" type="pres">
      <dgm:prSet presAssocID="{A29B61B8-90AB-45FA-A907-E301F6DCFE6C}" presName="sibTrans" presStyleCnt="0"/>
      <dgm:spPr/>
    </dgm:pt>
    <dgm:pt modelId="{970EBD6A-8551-4D86-9B0C-68F195D6CD79}" type="pres">
      <dgm:prSet presAssocID="{5E0183A2-1A60-49C5-99A5-BEC79DAD601E}" presName="node" presStyleLbl="node1" presStyleIdx="8" presStyleCnt="9">
        <dgm:presLayoutVars>
          <dgm:bulletEnabled val="1"/>
        </dgm:presLayoutVars>
      </dgm:prSet>
      <dgm:spPr/>
    </dgm:pt>
  </dgm:ptLst>
  <dgm:cxnLst>
    <dgm:cxn modelId="{98961A0F-F21E-43E2-BCAB-58C987B464A8}" type="presOf" srcId="{F532A013-FAE5-4516-9B12-AF7382C020F3}" destId="{0BC91227-01BC-47CD-9357-3A9144B846E8}" srcOrd="0" destOrd="0" presId="urn:microsoft.com/office/officeart/2005/8/layout/default"/>
    <dgm:cxn modelId="{90556D11-48DF-4EDC-B909-BE3BA8936E6A}" srcId="{6590A677-2857-4BBD-88C5-B8C751448989}" destId="{5E0183A2-1A60-49C5-99A5-BEC79DAD601E}" srcOrd="8" destOrd="0" parTransId="{CF10317B-9F74-49F3-AA7D-EA8453D33098}" sibTransId="{C890525D-939D-48F4-AE74-73FB36371B73}"/>
    <dgm:cxn modelId="{8B9CAF1C-92E5-4B63-B731-5880CEE5851E}" type="presOf" srcId="{C2E1760A-8E95-4884-A68F-9616AC3CE78F}" destId="{CE4A3B6E-D967-4BD2-BA09-B89BB690A7CB}" srcOrd="0" destOrd="0" presId="urn:microsoft.com/office/officeart/2005/8/layout/default"/>
    <dgm:cxn modelId="{30ABA827-CA7E-47D2-8579-BD29808D3D47}" type="presOf" srcId="{B83BE07D-3B2D-4D05-BFEC-3D13DEFB0C37}" destId="{D38B2E74-1A12-4B42-89AA-F0BA3020DB24}" srcOrd="0" destOrd="0" presId="urn:microsoft.com/office/officeart/2005/8/layout/default"/>
    <dgm:cxn modelId="{ADC58928-4446-412B-A893-7872037F7DA7}" type="presOf" srcId="{734EC238-F7BE-4B2D-9A01-E00FC82AE74C}" destId="{C26E6172-841E-4A79-BA08-711FED899A5A}" srcOrd="0" destOrd="0" presId="urn:microsoft.com/office/officeart/2005/8/layout/default"/>
    <dgm:cxn modelId="{5742712F-F0DC-4E2D-8CC2-4ACB3898DBBD}" type="presOf" srcId="{F9449DB6-885A-4ACA-9295-19080C6C29A7}" destId="{68E474C6-2435-43DE-801E-128C88D51FEE}" srcOrd="0" destOrd="0" presId="urn:microsoft.com/office/officeart/2005/8/layout/default"/>
    <dgm:cxn modelId="{7836BD66-0684-4DAE-92D4-E34CAC08F6C5}" type="presOf" srcId="{6590A677-2857-4BBD-88C5-B8C751448989}" destId="{7AE943EC-5382-4441-A250-C5125EA0AD8A}" srcOrd="0" destOrd="0" presId="urn:microsoft.com/office/officeart/2005/8/layout/default"/>
    <dgm:cxn modelId="{F0BF0D49-E7A9-41B8-9CE9-5993DC8A56AA}" type="presOf" srcId="{5E0183A2-1A60-49C5-99A5-BEC79DAD601E}" destId="{970EBD6A-8551-4D86-9B0C-68F195D6CD79}" srcOrd="0" destOrd="0" presId="urn:microsoft.com/office/officeart/2005/8/layout/default"/>
    <dgm:cxn modelId="{8119F36C-7BA7-4219-B257-A80FEED81F68}" srcId="{6590A677-2857-4BBD-88C5-B8C751448989}" destId="{D515F273-38D7-4934-8CB3-CDFF8B7CD6B1}" srcOrd="6" destOrd="0" parTransId="{D2AB55EB-2F8C-4644-8AF6-57E31E8F3648}" sibTransId="{4800E8A0-0758-4D0C-870D-888125F7DD75}"/>
    <dgm:cxn modelId="{EA71894F-FA98-4033-A31D-FF7ABF9EC50F}" srcId="{6590A677-2857-4BBD-88C5-B8C751448989}" destId="{C2E1760A-8E95-4884-A68F-9616AC3CE78F}" srcOrd="4" destOrd="0" parTransId="{981677DB-7630-440D-8C9E-EAB85258CEF5}" sibTransId="{B8FF2B8F-512F-4F58-876F-E43F135FBD1E}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8A689D74-2FC4-4D56-9178-66866BB4473A}" srcId="{6590A677-2857-4BBD-88C5-B8C751448989}" destId="{B83BE07D-3B2D-4D05-BFEC-3D13DEFB0C37}" srcOrd="3" destOrd="0" parTransId="{8B92E2C4-8DB2-4499-B230-13A0E90AE3AF}" sibTransId="{8BD93284-AED1-43EA-B2B4-F4D1CA27D1C8}"/>
    <dgm:cxn modelId="{B79EDF54-6BF7-4A6F-B00D-87BCE60A75DF}" type="presOf" srcId="{8822DDF5-47F2-4FCE-A855-07AD9BA5B704}" destId="{287EAD93-565D-4978-A67B-8270A64D6418}" srcOrd="0" destOrd="0" presId="urn:microsoft.com/office/officeart/2005/8/layout/default"/>
    <dgm:cxn modelId="{51653097-7F56-4025-9EAE-4BDDC34D736B}" srcId="{6590A677-2857-4BBD-88C5-B8C751448989}" destId="{F532A013-FAE5-4516-9B12-AF7382C020F3}" srcOrd="7" destOrd="0" parTransId="{325B0E2C-6FCA-406C-8DC4-9C3B8F09E945}" sibTransId="{A29B61B8-90AB-45FA-A907-E301F6DCFE6C}"/>
    <dgm:cxn modelId="{D4C2D2AC-19E0-447D-A9DC-62114C1F60D1}" srcId="{6590A677-2857-4BBD-88C5-B8C751448989}" destId="{734EC238-F7BE-4B2D-9A01-E00FC82AE74C}" srcOrd="1" destOrd="0" parTransId="{996D3632-6B63-4584-AFCD-E1F2F1A5F889}" sibTransId="{6A032905-038F-41DA-983A-256D0BA348ED}"/>
    <dgm:cxn modelId="{6ACD61BD-F904-4F6B-BD88-A81B000DF1B4}" type="presOf" srcId="{D515F273-38D7-4934-8CB3-CDFF8B7CD6B1}" destId="{37EF853D-29A5-4661-99E5-7C4AACB93E01}" srcOrd="0" destOrd="0" presId="urn:microsoft.com/office/officeart/2005/8/layout/default"/>
    <dgm:cxn modelId="{5D0607C1-2371-419F-B0CF-ED8CAE0928D3}" srcId="{6590A677-2857-4BBD-88C5-B8C751448989}" destId="{F9449DB6-885A-4ACA-9295-19080C6C29A7}" srcOrd="5" destOrd="0" parTransId="{2D2E66AB-6C69-4198-A33E-432B8F647F7B}" sibTransId="{53FFCEAD-E306-43E4-97A5-7BDDDACB400B}"/>
    <dgm:cxn modelId="{5F18BBDA-B210-4FD8-B1BD-871698CD434A}" type="presOf" srcId="{160AA4CE-1A2E-4962-9E71-FAEA5A015FE0}" destId="{6E2E0870-86F7-497C-AE66-5CD2F0556389}" srcOrd="0" destOrd="0" presId="urn:microsoft.com/office/officeart/2005/8/layout/default"/>
    <dgm:cxn modelId="{DEBF2EE2-62EB-449C-9B32-399E6C52564A}" srcId="{6590A677-2857-4BBD-88C5-B8C751448989}" destId="{160AA4CE-1A2E-4962-9E71-FAEA5A015FE0}" srcOrd="2" destOrd="0" parTransId="{81844F71-79F6-4920-8116-4C89801217FB}" sibTransId="{0F2E5DAE-1662-4510-B2A6-944C06441007}"/>
    <dgm:cxn modelId="{89574F2A-A859-460B-8E14-A435ED3C0E92}" type="presParOf" srcId="{7AE943EC-5382-4441-A250-C5125EA0AD8A}" destId="{287EAD93-565D-4978-A67B-8270A64D6418}" srcOrd="0" destOrd="0" presId="urn:microsoft.com/office/officeart/2005/8/layout/default"/>
    <dgm:cxn modelId="{DF230819-D02B-42C5-9ABB-5B408BC655A7}" type="presParOf" srcId="{7AE943EC-5382-4441-A250-C5125EA0AD8A}" destId="{8D4DFEE7-5B46-498C-A3E6-22E3AB7179B2}" srcOrd="1" destOrd="0" presId="urn:microsoft.com/office/officeart/2005/8/layout/default"/>
    <dgm:cxn modelId="{45811CED-8145-4E2F-AA40-F4CE1E7ADD53}" type="presParOf" srcId="{7AE943EC-5382-4441-A250-C5125EA0AD8A}" destId="{C26E6172-841E-4A79-BA08-711FED899A5A}" srcOrd="2" destOrd="0" presId="urn:microsoft.com/office/officeart/2005/8/layout/default"/>
    <dgm:cxn modelId="{7022EB76-BD33-40D1-B390-B41035A94984}" type="presParOf" srcId="{7AE943EC-5382-4441-A250-C5125EA0AD8A}" destId="{6EE645D0-7B02-450B-9AC6-92F48CB458A2}" srcOrd="3" destOrd="0" presId="urn:microsoft.com/office/officeart/2005/8/layout/default"/>
    <dgm:cxn modelId="{85F5E655-26B2-48C9-9FF0-5D372A6AFF43}" type="presParOf" srcId="{7AE943EC-5382-4441-A250-C5125EA0AD8A}" destId="{6E2E0870-86F7-497C-AE66-5CD2F0556389}" srcOrd="4" destOrd="0" presId="urn:microsoft.com/office/officeart/2005/8/layout/default"/>
    <dgm:cxn modelId="{DB43A524-3238-4A94-9A31-6BB6CCEADA17}" type="presParOf" srcId="{7AE943EC-5382-4441-A250-C5125EA0AD8A}" destId="{F0B342CF-D8B5-4E27-BD5C-DF8CA0B97456}" srcOrd="5" destOrd="0" presId="urn:microsoft.com/office/officeart/2005/8/layout/default"/>
    <dgm:cxn modelId="{08C266C6-27B6-4D30-8F73-832C60D82193}" type="presParOf" srcId="{7AE943EC-5382-4441-A250-C5125EA0AD8A}" destId="{D38B2E74-1A12-4B42-89AA-F0BA3020DB24}" srcOrd="6" destOrd="0" presId="urn:microsoft.com/office/officeart/2005/8/layout/default"/>
    <dgm:cxn modelId="{A236949B-0DE3-4155-B7DC-B24CBF958A4A}" type="presParOf" srcId="{7AE943EC-5382-4441-A250-C5125EA0AD8A}" destId="{E2A86B47-FC12-482B-B8BA-8185201463A2}" srcOrd="7" destOrd="0" presId="urn:microsoft.com/office/officeart/2005/8/layout/default"/>
    <dgm:cxn modelId="{B61421FC-7625-4C80-A07B-B8E32C35010E}" type="presParOf" srcId="{7AE943EC-5382-4441-A250-C5125EA0AD8A}" destId="{CE4A3B6E-D967-4BD2-BA09-B89BB690A7CB}" srcOrd="8" destOrd="0" presId="urn:microsoft.com/office/officeart/2005/8/layout/default"/>
    <dgm:cxn modelId="{B904D48B-18B5-4F41-8D9B-6BB5E69C94A5}" type="presParOf" srcId="{7AE943EC-5382-4441-A250-C5125EA0AD8A}" destId="{D600E44A-6E9E-470C-90DA-C0500122D21A}" srcOrd="9" destOrd="0" presId="urn:microsoft.com/office/officeart/2005/8/layout/default"/>
    <dgm:cxn modelId="{8A3FBE73-5226-4E72-A9A5-769061AED09E}" type="presParOf" srcId="{7AE943EC-5382-4441-A250-C5125EA0AD8A}" destId="{68E474C6-2435-43DE-801E-128C88D51FEE}" srcOrd="10" destOrd="0" presId="urn:microsoft.com/office/officeart/2005/8/layout/default"/>
    <dgm:cxn modelId="{8724848A-6382-48B6-83BB-9F37954AF4BD}" type="presParOf" srcId="{7AE943EC-5382-4441-A250-C5125EA0AD8A}" destId="{3545F65B-3A2A-4A6F-A54D-8DA9D4A73945}" srcOrd="11" destOrd="0" presId="urn:microsoft.com/office/officeart/2005/8/layout/default"/>
    <dgm:cxn modelId="{767A7CB9-7BCF-4D68-95D4-4AA50AF756A6}" type="presParOf" srcId="{7AE943EC-5382-4441-A250-C5125EA0AD8A}" destId="{37EF853D-29A5-4661-99E5-7C4AACB93E01}" srcOrd="12" destOrd="0" presId="urn:microsoft.com/office/officeart/2005/8/layout/default"/>
    <dgm:cxn modelId="{460578D5-8B9D-4040-B48A-3E5CC1D6CC74}" type="presParOf" srcId="{7AE943EC-5382-4441-A250-C5125EA0AD8A}" destId="{113349A4-043E-419A-B542-9AA7A13FB2C4}" srcOrd="13" destOrd="0" presId="urn:microsoft.com/office/officeart/2005/8/layout/default"/>
    <dgm:cxn modelId="{36803FAF-A5B8-411C-9E9E-9D05DF4DC83E}" type="presParOf" srcId="{7AE943EC-5382-4441-A250-C5125EA0AD8A}" destId="{0BC91227-01BC-47CD-9357-3A9144B846E8}" srcOrd="14" destOrd="0" presId="urn:microsoft.com/office/officeart/2005/8/layout/default"/>
    <dgm:cxn modelId="{AFA71959-7223-4F59-BADD-D894A97E857D}" type="presParOf" srcId="{7AE943EC-5382-4441-A250-C5125EA0AD8A}" destId="{D694EE91-FEAD-4D38-98D1-8C677E0D3294}" srcOrd="15" destOrd="0" presId="urn:microsoft.com/office/officeart/2005/8/layout/default"/>
    <dgm:cxn modelId="{1B440830-BF78-4CA8-B476-675A2A8CB417}" type="presParOf" srcId="{7AE943EC-5382-4441-A250-C5125EA0AD8A}" destId="{970EBD6A-8551-4D86-9B0C-68F195D6CD79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590A677-2857-4BBD-88C5-B8C751448989}" type="doc">
      <dgm:prSet loTypeId="urn:microsoft.com/office/officeart/2005/8/layout/default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8822DDF5-47F2-4FCE-A855-07AD9BA5B704}">
      <dgm:prSet phldrT="[Text]" custT="1"/>
      <dgm:spPr/>
      <dgm:t>
        <a:bodyPr/>
        <a:lstStyle/>
        <a:p>
          <a:r>
            <a:rPr lang="en-US" sz="1500" dirty="0"/>
            <a:t>Pilot start</a:t>
          </a:r>
        </a:p>
      </dgm:t>
    </dgm:pt>
    <dgm:pt modelId="{16673AF4-128D-41B5-B9AE-A9B2398802B3}" type="parTrans" cxnId="{72B5FE6F-8C98-4029-A77E-894DDBA6F14D}">
      <dgm:prSet/>
      <dgm:spPr/>
      <dgm:t>
        <a:bodyPr/>
        <a:lstStyle/>
        <a:p>
          <a:endParaRPr lang="en-US" sz="1500"/>
        </a:p>
      </dgm:t>
    </dgm:pt>
    <dgm:pt modelId="{F43A0FD4-231E-44FF-8721-7F34010268A2}" type="sibTrans" cxnId="{72B5FE6F-8C98-4029-A77E-894DDBA6F14D}">
      <dgm:prSet/>
      <dgm:spPr/>
      <dgm:t>
        <a:bodyPr/>
        <a:lstStyle/>
        <a:p>
          <a:endParaRPr lang="en-US" sz="1500"/>
        </a:p>
      </dgm:t>
    </dgm:pt>
    <dgm:pt modelId="{BA6F4855-AE99-43A4-88CA-65624F96E950}">
      <dgm:prSet custT="1"/>
      <dgm:spPr/>
      <dgm:t>
        <a:bodyPr/>
        <a:lstStyle/>
        <a:p>
          <a:r>
            <a:rPr lang="en-US" sz="1500" dirty="0"/>
            <a:t>Gradual rollout</a:t>
          </a:r>
        </a:p>
      </dgm:t>
    </dgm:pt>
    <dgm:pt modelId="{6CD98B67-C655-46B5-BD1E-329088DD88CF}" type="parTrans" cxnId="{03F45B83-B095-4A69-9C07-6F51B8BC6185}">
      <dgm:prSet/>
      <dgm:spPr/>
      <dgm:t>
        <a:bodyPr/>
        <a:lstStyle/>
        <a:p>
          <a:endParaRPr lang="en-US" sz="1500"/>
        </a:p>
      </dgm:t>
    </dgm:pt>
    <dgm:pt modelId="{BBB6633D-6EE8-42E5-9EFD-4F0011CBC1EC}" type="sibTrans" cxnId="{03F45B83-B095-4A69-9C07-6F51B8BC6185}">
      <dgm:prSet/>
      <dgm:spPr/>
      <dgm:t>
        <a:bodyPr/>
        <a:lstStyle/>
        <a:p>
          <a:endParaRPr lang="en-US" sz="1500"/>
        </a:p>
      </dgm:t>
    </dgm:pt>
    <dgm:pt modelId="{368E95A9-D5EB-4B8F-9A7F-99C71EB74202}">
      <dgm:prSet custT="1"/>
      <dgm:spPr/>
      <dgm:t>
        <a:bodyPr/>
        <a:lstStyle/>
        <a:p>
          <a:r>
            <a:rPr lang="en-US" sz="1500" dirty="0"/>
            <a:t>Data migration</a:t>
          </a:r>
        </a:p>
      </dgm:t>
    </dgm:pt>
    <dgm:pt modelId="{D5BF2F16-87FF-412F-A3D5-980F52C2BC6F}" type="parTrans" cxnId="{2FEA74F9-EAFB-4D60-AF7C-11B9574820AC}">
      <dgm:prSet/>
      <dgm:spPr/>
      <dgm:t>
        <a:bodyPr/>
        <a:lstStyle/>
        <a:p>
          <a:endParaRPr lang="en-US" sz="1500"/>
        </a:p>
      </dgm:t>
    </dgm:pt>
    <dgm:pt modelId="{3392A2F6-CA6A-45F2-911F-604D14B22C38}" type="sibTrans" cxnId="{2FEA74F9-EAFB-4D60-AF7C-11B9574820AC}">
      <dgm:prSet/>
      <dgm:spPr/>
      <dgm:t>
        <a:bodyPr/>
        <a:lstStyle/>
        <a:p>
          <a:endParaRPr lang="en-US" sz="1500"/>
        </a:p>
      </dgm:t>
    </dgm:pt>
    <dgm:pt modelId="{5C6BDDDC-6B5A-4F41-BA8D-53537D8C6260}">
      <dgm:prSet custT="1"/>
      <dgm:spPr/>
      <dgm:t>
        <a:bodyPr/>
        <a:lstStyle/>
        <a:p>
          <a:r>
            <a:rPr lang="en-US" sz="1500" dirty="0"/>
            <a:t>Training</a:t>
          </a:r>
        </a:p>
      </dgm:t>
    </dgm:pt>
    <dgm:pt modelId="{774D52FC-165D-4A66-A046-C5288C86C79E}" type="parTrans" cxnId="{319F0F3D-A927-4D4B-B99F-99624220FF0C}">
      <dgm:prSet/>
      <dgm:spPr/>
      <dgm:t>
        <a:bodyPr/>
        <a:lstStyle/>
        <a:p>
          <a:endParaRPr lang="en-US" sz="1500"/>
        </a:p>
      </dgm:t>
    </dgm:pt>
    <dgm:pt modelId="{6A66E0A6-1F0C-4661-956E-308CF791597A}" type="sibTrans" cxnId="{319F0F3D-A927-4D4B-B99F-99624220FF0C}">
      <dgm:prSet/>
      <dgm:spPr/>
      <dgm:t>
        <a:bodyPr/>
        <a:lstStyle/>
        <a:p>
          <a:endParaRPr lang="en-US" sz="1500"/>
        </a:p>
      </dgm:t>
    </dgm:pt>
    <dgm:pt modelId="{D5AFD48B-D957-49D8-98D5-D64B84C4036C}">
      <dgm:prSet custT="1"/>
      <dgm:spPr/>
      <dgm:t>
        <a:bodyPr/>
        <a:lstStyle/>
        <a:p>
          <a:r>
            <a:rPr lang="en-US" sz="1500" dirty="0"/>
            <a:t>Manuals</a:t>
          </a:r>
        </a:p>
      </dgm:t>
    </dgm:pt>
    <dgm:pt modelId="{0320F48C-6C54-49F8-966C-BCEBC4C46B63}" type="parTrans" cxnId="{6139D921-0A40-4749-8501-D8D0656313D8}">
      <dgm:prSet/>
      <dgm:spPr/>
      <dgm:t>
        <a:bodyPr/>
        <a:lstStyle/>
        <a:p>
          <a:endParaRPr lang="en-US" sz="1500"/>
        </a:p>
      </dgm:t>
    </dgm:pt>
    <dgm:pt modelId="{3098EDB4-5FA8-458E-8069-B8CEB49BF12B}" type="sibTrans" cxnId="{6139D921-0A40-4749-8501-D8D0656313D8}">
      <dgm:prSet/>
      <dgm:spPr/>
      <dgm:t>
        <a:bodyPr/>
        <a:lstStyle/>
        <a:p>
          <a:endParaRPr lang="en-US" sz="1500"/>
        </a:p>
      </dgm:t>
    </dgm:pt>
    <dgm:pt modelId="{7F71F90B-7FC8-41FA-B430-D7F33E272B70}">
      <dgm:prSet custT="1"/>
      <dgm:spPr/>
      <dgm:t>
        <a:bodyPr/>
        <a:lstStyle/>
        <a:p>
          <a:r>
            <a:rPr lang="en-US" sz="1500" dirty="0"/>
            <a:t>Local support</a:t>
          </a:r>
        </a:p>
      </dgm:t>
    </dgm:pt>
    <dgm:pt modelId="{2DFC8409-905C-4372-B931-D65A08675D24}" type="parTrans" cxnId="{8522F658-B11C-42D3-99EF-D87A93593ADF}">
      <dgm:prSet/>
      <dgm:spPr/>
      <dgm:t>
        <a:bodyPr/>
        <a:lstStyle/>
        <a:p>
          <a:endParaRPr lang="en-US" sz="1500"/>
        </a:p>
      </dgm:t>
    </dgm:pt>
    <dgm:pt modelId="{C998AD11-57B8-4359-8B60-C7B443A2F0C4}" type="sibTrans" cxnId="{8522F658-B11C-42D3-99EF-D87A93593ADF}">
      <dgm:prSet/>
      <dgm:spPr/>
      <dgm:t>
        <a:bodyPr/>
        <a:lstStyle/>
        <a:p>
          <a:endParaRPr lang="en-US" sz="1500"/>
        </a:p>
      </dgm:t>
    </dgm:pt>
    <dgm:pt modelId="{2A065893-3CF4-4E41-A017-3400A42A4E90}">
      <dgm:prSet custT="1"/>
      <dgm:spPr/>
      <dgm:t>
        <a:bodyPr/>
        <a:lstStyle/>
        <a:p>
          <a:r>
            <a:rPr lang="en-US" sz="1500" dirty="0"/>
            <a:t>Remote support</a:t>
          </a:r>
        </a:p>
      </dgm:t>
    </dgm:pt>
    <dgm:pt modelId="{EC72CAC7-F969-49C4-87CF-E5D002F00EE1}" type="parTrans" cxnId="{051DB6C5-C72C-49F3-843F-C6A0027F904F}">
      <dgm:prSet/>
      <dgm:spPr/>
      <dgm:t>
        <a:bodyPr/>
        <a:lstStyle/>
        <a:p>
          <a:endParaRPr lang="en-US" sz="1500"/>
        </a:p>
      </dgm:t>
    </dgm:pt>
    <dgm:pt modelId="{09DC9398-C09A-4ADF-B638-3C115CA04682}" type="sibTrans" cxnId="{051DB6C5-C72C-49F3-843F-C6A0027F904F}">
      <dgm:prSet/>
      <dgm:spPr/>
      <dgm:t>
        <a:bodyPr/>
        <a:lstStyle/>
        <a:p>
          <a:endParaRPr lang="en-US" sz="1500"/>
        </a:p>
      </dgm:t>
    </dgm:pt>
    <dgm:pt modelId="{D254DC66-07BF-43FE-806B-B83EFBF183FE}">
      <dgm:prSet custT="1"/>
      <dgm:spPr/>
      <dgm:t>
        <a:bodyPr/>
        <a:lstStyle/>
        <a:p>
          <a:r>
            <a:rPr lang="en-US" sz="1400" dirty="0"/>
            <a:t>Customization</a:t>
          </a:r>
        </a:p>
      </dgm:t>
    </dgm:pt>
    <dgm:pt modelId="{483BFAC2-E503-4220-820C-7B4FF132DD0B}" type="parTrans" cxnId="{97EED90F-B63C-468F-BD99-15E0985CAF57}">
      <dgm:prSet/>
      <dgm:spPr/>
      <dgm:t>
        <a:bodyPr/>
        <a:lstStyle/>
        <a:p>
          <a:endParaRPr lang="en-US" sz="1500"/>
        </a:p>
      </dgm:t>
    </dgm:pt>
    <dgm:pt modelId="{641DF014-0FF5-4D5C-9B61-8BDD262F20C2}" type="sibTrans" cxnId="{97EED90F-B63C-468F-BD99-15E0985CAF57}">
      <dgm:prSet/>
      <dgm:spPr/>
      <dgm:t>
        <a:bodyPr/>
        <a:lstStyle/>
        <a:p>
          <a:endParaRPr lang="en-US" sz="1500"/>
        </a:p>
      </dgm:t>
    </dgm:pt>
    <dgm:pt modelId="{1AF83FBD-3578-483F-8C28-FD3756B8363D}">
      <dgm:prSet custT="1"/>
      <dgm:spPr/>
      <dgm:t>
        <a:bodyPr/>
        <a:lstStyle/>
        <a:p>
          <a:r>
            <a:rPr lang="en-US" sz="1500" dirty="0"/>
            <a:t>Smooth transition</a:t>
          </a:r>
        </a:p>
      </dgm:t>
    </dgm:pt>
    <dgm:pt modelId="{3A6EC099-B07E-4083-B1EA-34EFE6A8D75C}" type="parTrans" cxnId="{277E3D74-9293-40D8-BB8D-68305E6EF903}">
      <dgm:prSet/>
      <dgm:spPr/>
      <dgm:t>
        <a:bodyPr/>
        <a:lstStyle/>
        <a:p>
          <a:endParaRPr lang="en-US" sz="1500"/>
        </a:p>
      </dgm:t>
    </dgm:pt>
    <dgm:pt modelId="{6F518ADC-7DFD-4287-B23C-B7613BD2BE89}" type="sibTrans" cxnId="{277E3D74-9293-40D8-BB8D-68305E6EF903}">
      <dgm:prSet/>
      <dgm:spPr/>
      <dgm:t>
        <a:bodyPr/>
        <a:lstStyle/>
        <a:p>
          <a:endParaRPr lang="en-US" sz="1500"/>
        </a:p>
      </dgm:t>
    </dgm:pt>
    <dgm:pt modelId="{7AE943EC-5382-4441-A250-C5125EA0AD8A}" type="pres">
      <dgm:prSet presAssocID="{6590A677-2857-4BBD-88C5-B8C751448989}" presName="diagram" presStyleCnt="0">
        <dgm:presLayoutVars>
          <dgm:dir/>
          <dgm:resizeHandles val="exact"/>
        </dgm:presLayoutVars>
      </dgm:prSet>
      <dgm:spPr/>
    </dgm:pt>
    <dgm:pt modelId="{287EAD93-565D-4978-A67B-8270A64D6418}" type="pres">
      <dgm:prSet presAssocID="{8822DDF5-47F2-4FCE-A855-07AD9BA5B704}" presName="node" presStyleLbl="node1" presStyleIdx="0" presStyleCnt="9">
        <dgm:presLayoutVars>
          <dgm:bulletEnabled val="1"/>
        </dgm:presLayoutVars>
      </dgm:prSet>
      <dgm:spPr/>
    </dgm:pt>
    <dgm:pt modelId="{8D4DFEE7-5B46-498C-A3E6-22E3AB7179B2}" type="pres">
      <dgm:prSet presAssocID="{F43A0FD4-231E-44FF-8721-7F34010268A2}" presName="sibTrans" presStyleCnt="0"/>
      <dgm:spPr/>
    </dgm:pt>
    <dgm:pt modelId="{8C2B477F-A834-4810-B30E-B79BB1D480E5}" type="pres">
      <dgm:prSet presAssocID="{BA6F4855-AE99-43A4-88CA-65624F96E950}" presName="node" presStyleLbl="node1" presStyleIdx="1" presStyleCnt="9">
        <dgm:presLayoutVars>
          <dgm:bulletEnabled val="1"/>
        </dgm:presLayoutVars>
      </dgm:prSet>
      <dgm:spPr/>
    </dgm:pt>
    <dgm:pt modelId="{91BB4EC6-1834-4ED8-8AE2-E24056D6032D}" type="pres">
      <dgm:prSet presAssocID="{BBB6633D-6EE8-42E5-9EFD-4F0011CBC1EC}" presName="sibTrans" presStyleCnt="0"/>
      <dgm:spPr/>
    </dgm:pt>
    <dgm:pt modelId="{6848CF3F-5F3F-411B-BE99-92D35DB2ECDF}" type="pres">
      <dgm:prSet presAssocID="{368E95A9-D5EB-4B8F-9A7F-99C71EB74202}" presName="node" presStyleLbl="node1" presStyleIdx="2" presStyleCnt="9">
        <dgm:presLayoutVars>
          <dgm:bulletEnabled val="1"/>
        </dgm:presLayoutVars>
      </dgm:prSet>
      <dgm:spPr/>
    </dgm:pt>
    <dgm:pt modelId="{8BFD45BA-0A16-4981-9002-C88596C3FD18}" type="pres">
      <dgm:prSet presAssocID="{3392A2F6-CA6A-45F2-911F-604D14B22C38}" presName="sibTrans" presStyleCnt="0"/>
      <dgm:spPr/>
    </dgm:pt>
    <dgm:pt modelId="{BAC15568-7292-4835-A102-A9126A121E37}" type="pres">
      <dgm:prSet presAssocID="{5C6BDDDC-6B5A-4F41-BA8D-53537D8C6260}" presName="node" presStyleLbl="node1" presStyleIdx="3" presStyleCnt="9">
        <dgm:presLayoutVars>
          <dgm:bulletEnabled val="1"/>
        </dgm:presLayoutVars>
      </dgm:prSet>
      <dgm:spPr/>
    </dgm:pt>
    <dgm:pt modelId="{4AADE094-A589-493D-B333-4CEE772C77E0}" type="pres">
      <dgm:prSet presAssocID="{6A66E0A6-1F0C-4661-956E-308CF791597A}" presName="sibTrans" presStyleCnt="0"/>
      <dgm:spPr/>
    </dgm:pt>
    <dgm:pt modelId="{732D0218-F961-4E6C-BF53-DFE3D36D7EAC}" type="pres">
      <dgm:prSet presAssocID="{D5AFD48B-D957-49D8-98D5-D64B84C4036C}" presName="node" presStyleLbl="node1" presStyleIdx="4" presStyleCnt="9">
        <dgm:presLayoutVars>
          <dgm:bulletEnabled val="1"/>
        </dgm:presLayoutVars>
      </dgm:prSet>
      <dgm:spPr/>
    </dgm:pt>
    <dgm:pt modelId="{0D5BD10B-A46E-42BF-9791-FEB9C0E4F1D9}" type="pres">
      <dgm:prSet presAssocID="{3098EDB4-5FA8-458E-8069-B8CEB49BF12B}" presName="sibTrans" presStyleCnt="0"/>
      <dgm:spPr/>
    </dgm:pt>
    <dgm:pt modelId="{CF391829-20E7-404A-BE33-9A5DB1D8ADF5}" type="pres">
      <dgm:prSet presAssocID="{7F71F90B-7FC8-41FA-B430-D7F33E272B70}" presName="node" presStyleLbl="node1" presStyleIdx="5" presStyleCnt="9">
        <dgm:presLayoutVars>
          <dgm:bulletEnabled val="1"/>
        </dgm:presLayoutVars>
      </dgm:prSet>
      <dgm:spPr/>
    </dgm:pt>
    <dgm:pt modelId="{6CFE0563-1FC5-4135-A28F-6E97EE3F0BF4}" type="pres">
      <dgm:prSet presAssocID="{C998AD11-57B8-4359-8B60-C7B443A2F0C4}" presName="sibTrans" presStyleCnt="0"/>
      <dgm:spPr/>
    </dgm:pt>
    <dgm:pt modelId="{6CAFC993-77F1-497C-AC25-2C6136743026}" type="pres">
      <dgm:prSet presAssocID="{2A065893-3CF4-4E41-A017-3400A42A4E90}" presName="node" presStyleLbl="node1" presStyleIdx="6" presStyleCnt="9">
        <dgm:presLayoutVars>
          <dgm:bulletEnabled val="1"/>
        </dgm:presLayoutVars>
      </dgm:prSet>
      <dgm:spPr/>
    </dgm:pt>
    <dgm:pt modelId="{D633FA6A-5915-42D5-AF69-DD41C32AAD92}" type="pres">
      <dgm:prSet presAssocID="{09DC9398-C09A-4ADF-B638-3C115CA04682}" presName="sibTrans" presStyleCnt="0"/>
      <dgm:spPr/>
    </dgm:pt>
    <dgm:pt modelId="{53C031F3-8D5A-429D-AB52-1DCDB5FF031C}" type="pres">
      <dgm:prSet presAssocID="{D254DC66-07BF-43FE-806B-B83EFBF183FE}" presName="node" presStyleLbl="node1" presStyleIdx="7" presStyleCnt="9">
        <dgm:presLayoutVars>
          <dgm:bulletEnabled val="1"/>
        </dgm:presLayoutVars>
      </dgm:prSet>
      <dgm:spPr/>
    </dgm:pt>
    <dgm:pt modelId="{710E3C77-1852-4850-AC48-4301E0B6A015}" type="pres">
      <dgm:prSet presAssocID="{641DF014-0FF5-4D5C-9B61-8BDD262F20C2}" presName="sibTrans" presStyleCnt="0"/>
      <dgm:spPr/>
    </dgm:pt>
    <dgm:pt modelId="{B4CC2461-A219-411D-8723-18636010F0E1}" type="pres">
      <dgm:prSet presAssocID="{1AF83FBD-3578-483F-8C28-FD3756B8363D}" presName="node" presStyleLbl="node1" presStyleIdx="8" presStyleCnt="9">
        <dgm:presLayoutVars>
          <dgm:bulletEnabled val="1"/>
        </dgm:presLayoutVars>
      </dgm:prSet>
      <dgm:spPr/>
    </dgm:pt>
  </dgm:ptLst>
  <dgm:cxnLst>
    <dgm:cxn modelId="{A6061D07-38A8-4CEC-A9F2-D7DE1281D95E}" type="presOf" srcId="{7F71F90B-7FC8-41FA-B430-D7F33E272B70}" destId="{CF391829-20E7-404A-BE33-9A5DB1D8ADF5}" srcOrd="0" destOrd="0" presId="urn:microsoft.com/office/officeart/2005/8/layout/default"/>
    <dgm:cxn modelId="{CFF5BE08-5C84-4B97-BAB5-43A98653CF29}" type="presOf" srcId="{2A065893-3CF4-4E41-A017-3400A42A4E90}" destId="{6CAFC993-77F1-497C-AC25-2C6136743026}" srcOrd="0" destOrd="0" presId="urn:microsoft.com/office/officeart/2005/8/layout/default"/>
    <dgm:cxn modelId="{97EED90F-B63C-468F-BD99-15E0985CAF57}" srcId="{6590A677-2857-4BBD-88C5-B8C751448989}" destId="{D254DC66-07BF-43FE-806B-B83EFBF183FE}" srcOrd="7" destOrd="0" parTransId="{483BFAC2-E503-4220-820C-7B4FF132DD0B}" sibTransId="{641DF014-0FF5-4D5C-9B61-8BDD262F20C2}"/>
    <dgm:cxn modelId="{6139D921-0A40-4749-8501-D8D0656313D8}" srcId="{6590A677-2857-4BBD-88C5-B8C751448989}" destId="{D5AFD48B-D957-49D8-98D5-D64B84C4036C}" srcOrd="4" destOrd="0" parTransId="{0320F48C-6C54-49F8-966C-BCEBC4C46B63}" sibTransId="{3098EDB4-5FA8-458E-8069-B8CEB49BF12B}"/>
    <dgm:cxn modelId="{5C54D034-9348-43A6-BC53-E191925E82BA}" type="presOf" srcId="{1AF83FBD-3578-483F-8C28-FD3756B8363D}" destId="{B4CC2461-A219-411D-8723-18636010F0E1}" srcOrd="0" destOrd="0" presId="urn:microsoft.com/office/officeart/2005/8/layout/default"/>
    <dgm:cxn modelId="{319F0F3D-A927-4D4B-B99F-99624220FF0C}" srcId="{6590A677-2857-4BBD-88C5-B8C751448989}" destId="{5C6BDDDC-6B5A-4F41-BA8D-53537D8C6260}" srcOrd="3" destOrd="0" parTransId="{774D52FC-165D-4A66-A046-C5288C86C79E}" sibTransId="{6A66E0A6-1F0C-4661-956E-308CF791597A}"/>
    <dgm:cxn modelId="{C388AE65-5B44-4AEC-8816-6667587597E8}" type="presOf" srcId="{5C6BDDDC-6B5A-4F41-BA8D-53537D8C6260}" destId="{BAC15568-7292-4835-A102-A9126A121E37}" srcOrd="0" destOrd="0" presId="urn:microsoft.com/office/officeart/2005/8/layout/default"/>
    <dgm:cxn modelId="{7836BD66-0684-4DAE-92D4-E34CAC08F6C5}" type="presOf" srcId="{6590A677-2857-4BBD-88C5-B8C751448989}" destId="{7AE943EC-5382-4441-A250-C5125EA0AD8A}" srcOrd="0" destOrd="0" presId="urn:microsoft.com/office/officeart/2005/8/layout/default"/>
    <dgm:cxn modelId="{C2374467-662E-41B7-9E0C-6A20976D718E}" type="presOf" srcId="{BA6F4855-AE99-43A4-88CA-65624F96E950}" destId="{8C2B477F-A834-4810-B30E-B79BB1D480E5}" srcOrd="0" destOrd="0" presId="urn:microsoft.com/office/officeart/2005/8/layout/default"/>
    <dgm:cxn modelId="{EAE4B14D-317D-4A53-BEBC-994EC95E5E05}" type="presOf" srcId="{368E95A9-D5EB-4B8F-9A7F-99C71EB74202}" destId="{6848CF3F-5F3F-411B-BE99-92D35DB2ECDF}" srcOrd="0" destOrd="0" presId="urn:microsoft.com/office/officeart/2005/8/layout/default"/>
    <dgm:cxn modelId="{72B5FE6F-8C98-4029-A77E-894DDBA6F14D}" srcId="{6590A677-2857-4BBD-88C5-B8C751448989}" destId="{8822DDF5-47F2-4FCE-A855-07AD9BA5B704}" srcOrd="0" destOrd="0" parTransId="{16673AF4-128D-41B5-B9AE-A9B2398802B3}" sibTransId="{F43A0FD4-231E-44FF-8721-7F34010268A2}"/>
    <dgm:cxn modelId="{277E3D74-9293-40D8-BB8D-68305E6EF903}" srcId="{6590A677-2857-4BBD-88C5-B8C751448989}" destId="{1AF83FBD-3578-483F-8C28-FD3756B8363D}" srcOrd="8" destOrd="0" parTransId="{3A6EC099-B07E-4083-B1EA-34EFE6A8D75C}" sibTransId="{6F518ADC-7DFD-4287-B23C-B7613BD2BE89}"/>
    <dgm:cxn modelId="{B79EDF54-6BF7-4A6F-B00D-87BCE60A75DF}" type="presOf" srcId="{8822DDF5-47F2-4FCE-A855-07AD9BA5B704}" destId="{287EAD93-565D-4978-A67B-8270A64D6418}" srcOrd="0" destOrd="0" presId="urn:microsoft.com/office/officeart/2005/8/layout/default"/>
    <dgm:cxn modelId="{DDED7078-11D9-41F8-AC7B-4EC2488C82A4}" type="presOf" srcId="{D5AFD48B-D957-49D8-98D5-D64B84C4036C}" destId="{732D0218-F961-4E6C-BF53-DFE3D36D7EAC}" srcOrd="0" destOrd="0" presId="urn:microsoft.com/office/officeart/2005/8/layout/default"/>
    <dgm:cxn modelId="{8522F658-B11C-42D3-99EF-D87A93593ADF}" srcId="{6590A677-2857-4BBD-88C5-B8C751448989}" destId="{7F71F90B-7FC8-41FA-B430-D7F33E272B70}" srcOrd="5" destOrd="0" parTransId="{2DFC8409-905C-4372-B931-D65A08675D24}" sibTransId="{C998AD11-57B8-4359-8B60-C7B443A2F0C4}"/>
    <dgm:cxn modelId="{03F45B83-B095-4A69-9C07-6F51B8BC6185}" srcId="{6590A677-2857-4BBD-88C5-B8C751448989}" destId="{BA6F4855-AE99-43A4-88CA-65624F96E950}" srcOrd="1" destOrd="0" parTransId="{6CD98B67-C655-46B5-BD1E-329088DD88CF}" sibTransId="{BBB6633D-6EE8-42E5-9EFD-4F0011CBC1EC}"/>
    <dgm:cxn modelId="{2529E48C-92B3-4160-BA77-6E8B3F1372A2}" type="presOf" srcId="{D254DC66-07BF-43FE-806B-B83EFBF183FE}" destId="{53C031F3-8D5A-429D-AB52-1DCDB5FF031C}" srcOrd="0" destOrd="0" presId="urn:microsoft.com/office/officeart/2005/8/layout/default"/>
    <dgm:cxn modelId="{051DB6C5-C72C-49F3-843F-C6A0027F904F}" srcId="{6590A677-2857-4BBD-88C5-B8C751448989}" destId="{2A065893-3CF4-4E41-A017-3400A42A4E90}" srcOrd="6" destOrd="0" parTransId="{EC72CAC7-F969-49C4-87CF-E5D002F00EE1}" sibTransId="{09DC9398-C09A-4ADF-B638-3C115CA04682}"/>
    <dgm:cxn modelId="{2FEA74F9-EAFB-4D60-AF7C-11B9574820AC}" srcId="{6590A677-2857-4BBD-88C5-B8C751448989}" destId="{368E95A9-D5EB-4B8F-9A7F-99C71EB74202}" srcOrd="2" destOrd="0" parTransId="{D5BF2F16-87FF-412F-A3D5-980F52C2BC6F}" sibTransId="{3392A2F6-CA6A-45F2-911F-604D14B22C38}"/>
    <dgm:cxn modelId="{89574F2A-A859-460B-8E14-A435ED3C0E92}" type="presParOf" srcId="{7AE943EC-5382-4441-A250-C5125EA0AD8A}" destId="{287EAD93-565D-4978-A67B-8270A64D6418}" srcOrd="0" destOrd="0" presId="urn:microsoft.com/office/officeart/2005/8/layout/default"/>
    <dgm:cxn modelId="{DF230819-D02B-42C5-9ABB-5B408BC655A7}" type="presParOf" srcId="{7AE943EC-5382-4441-A250-C5125EA0AD8A}" destId="{8D4DFEE7-5B46-498C-A3E6-22E3AB7179B2}" srcOrd="1" destOrd="0" presId="urn:microsoft.com/office/officeart/2005/8/layout/default"/>
    <dgm:cxn modelId="{44B42144-93B8-43A7-85CD-6905B1EC77BD}" type="presParOf" srcId="{7AE943EC-5382-4441-A250-C5125EA0AD8A}" destId="{8C2B477F-A834-4810-B30E-B79BB1D480E5}" srcOrd="2" destOrd="0" presId="urn:microsoft.com/office/officeart/2005/8/layout/default"/>
    <dgm:cxn modelId="{007A8E55-86F4-4B1E-B6F1-2000800815AE}" type="presParOf" srcId="{7AE943EC-5382-4441-A250-C5125EA0AD8A}" destId="{91BB4EC6-1834-4ED8-8AE2-E24056D6032D}" srcOrd="3" destOrd="0" presId="urn:microsoft.com/office/officeart/2005/8/layout/default"/>
    <dgm:cxn modelId="{35529B5E-8A94-4EFB-AB36-74A181CDA2CC}" type="presParOf" srcId="{7AE943EC-5382-4441-A250-C5125EA0AD8A}" destId="{6848CF3F-5F3F-411B-BE99-92D35DB2ECDF}" srcOrd="4" destOrd="0" presId="urn:microsoft.com/office/officeart/2005/8/layout/default"/>
    <dgm:cxn modelId="{B106789B-1E9B-46F4-885B-E4CC7A4F6EBC}" type="presParOf" srcId="{7AE943EC-5382-4441-A250-C5125EA0AD8A}" destId="{8BFD45BA-0A16-4981-9002-C88596C3FD18}" srcOrd="5" destOrd="0" presId="urn:microsoft.com/office/officeart/2005/8/layout/default"/>
    <dgm:cxn modelId="{4BAD59A2-5E96-4258-B927-3D9AADB02D12}" type="presParOf" srcId="{7AE943EC-5382-4441-A250-C5125EA0AD8A}" destId="{BAC15568-7292-4835-A102-A9126A121E37}" srcOrd="6" destOrd="0" presId="urn:microsoft.com/office/officeart/2005/8/layout/default"/>
    <dgm:cxn modelId="{E0F14822-2A2C-493A-AA93-DEB2DE978F76}" type="presParOf" srcId="{7AE943EC-5382-4441-A250-C5125EA0AD8A}" destId="{4AADE094-A589-493D-B333-4CEE772C77E0}" srcOrd="7" destOrd="0" presId="urn:microsoft.com/office/officeart/2005/8/layout/default"/>
    <dgm:cxn modelId="{7350995E-63D3-4A85-BA10-C64DFACFA2A9}" type="presParOf" srcId="{7AE943EC-5382-4441-A250-C5125EA0AD8A}" destId="{732D0218-F961-4E6C-BF53-DFE3D36D7EAC}" srcOrd="8" destOrd="0" presId="urn:microsoft.com/office/officeart/2005/8/layout/default"/>
    <dgm:cxn modelId="{252F667B-657D-442B-AE4F-97E91BDBD624}" type="presParOf" srcId="{7AE943EC-5382-4441-A250-C5125EA0AD8A}" destId="{0D5BD10B-A46E-42BF-9791-FEB9C0E4F1D9}" srcOrd="9" destOrd="0" presId="urn:microsoft.com/office/officeart/2005/8/layout/default"/>
    <dgm:cxn modelId="{D79BC023-D2FB-47D9-9887-C254C48F1654}" type="presParOf" srcId="{7AE943EC-5382-4441-A250-C5125EA0AD8A}" destId="{CF391829-20E7-404A-BE33-9A5DB1D8ADF5}" srcOrd="10" destOrd="0" presId="urn:microsoft.com/office/officeart/2005/8/layout/default"/>
    <dgm:cxn modelId="{249D7284-7A9C-4B60-8EF0-F65FE15E7ED1}" type="presParOf" srcId="{7AE943EC-5382-4441-A250-C5125EA0AD8A}" destId="{6CFE0563-1FC5-4135-A28F-6E97EE3F0BF4}" srcOrd="11" destOrd="0" presId="urn:microsoft.com/office/officeart/2005/8/layout/default"/>
    <dgm:cxn modelId="{CDE76767-D892-4DC8-953F-7D687B42C4F4}" type="presParOf" srcId="{7AE943EC-5382-4441-A250-C5125EA0AD8A}" destId="{6CAFC993-77F1-497C-AC25-2C6136743026}" srcOrd="12" destOrd="0" presId="urn:microsoft.com/office/officeart/2005/8/layout/default"/>
    <dgm:cxn modelId="{50C8DC6B-BF83-4CAD-8D0A-7CA0944C7032}" type="presParOf" srcId="{7AE943EC-5382-4441-A250-C5125EA0AD8A}" destId="{D633FA6A-5915-42D5-AF69-DD41C32AAD92}" srcOrd="13" destOrd="0" presId="urn:microsoft.com/office/officeart/2005/8/layout/default"/>
    <dgm:cxn modelId="{14E18990-693B-433D-951C-6B816BDE4370}" type="presParOf" srcId="{7AE943EC-5382-4441-A250-C5125EA0AD8A}" destId="{53C031F3-8D5A-429D-AB52-1DCDB5FF031C}" srcOrd="14" destOrd="0" presId="urn:microsoft.com/office/officeart/2005/8/layout/default"/>
    <dgm:cxn modelId="{DC41D910-D8EB-4873-8634-7CFC4A89B5E7}" type="presParOf" srcId="{7AE943EC-5382-4441-A250-C5125EA0AD8A}" destId="{710E3C77-1852-4850-AC48-4301E0B6A015}" srcOrd="15" destOrd="0" presId="urn:microsoft.com/office/officeart/2005/8/layout/default"/>
    <dgm:cxn modelId="{740029C7-92F7-4F24-8535-4C609D8A41ED}" type="presParOf" srcId="{7AE943EC-5382-4441-A250-C5125EA0AD8A}" destId="{B4CC2461-A219-411D-8723-18636010F0E1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1C716-E7D2-4959-A96D-B5AF73488F30}">
      <dsp:nvSpPr>
        <dsp:cNvPr id="0" name=""/>
        <dsp:cNvSpPr/>
      </dsp:nvSpPr>
      <dsp:spPr>
        <a:xfrm>
          <a:off x="274441" y="232469"/>
          <a:ext cx="3544480" cy="110765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48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ERP Overview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One platform, key modules, and system benefits</a:t>
          </a:r>
        </a:p>
      </dsp:txBody>
      <dsp:txXfrm>
        <a:off x="274441" y="232469"/>
        <a:ext cx="3544480" cy="1107650"/>
      </dsp:txXfrm>
    </dsp:sp>
    <dsp:sp modelId="{2660647C-EBFF-484F-860C-6125CFE3BD25}">
      <dsp:nvSpPr>
        <dsp:cNvPr id="0" name=""/>
        <dsp:cNvSpPr/>
      </dsp:nvSpPr>
      <dsp:spPr>
        <a:xfrm>
          <a:off x="126755" y="72475"/>
          <a:ext cx="775355" cy="11630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D88D6-0BDD-48DF-AE94-10B67147B52E}">
      <dsp:nvSpPr>
        <dsp:cNvPr id="0" name=""/>
        <dsp:cNvSpPr/>
      </dsp:nvSpPr>
      <dsp:spPr>
        <a:xfrm>
          <a:off x="4164575" y="232469"/>
          <a:ext cx="3544480" cy="110765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48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Modules &amp; Features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Sales, Inventory, Accounts, Procurement, Manufacturing</a:t>
          </a:r>
        </a:p>
      </dsp:txBody>
      <dsp:txXfrm>
        <a:off x="4164575" y="232469"/>
        <a:ext cx="3544480" cy="1107650"/>
      </dsp:txXfrm>
    </dsp:sp>
    <dsp:sp modelId="{1C76CA7F-FC0E-4B06-961C-A90C82A01A63}">
      <dsp:nvSpPr>
        <dsp:cNvPr id="0" name=""/>
        <dsp:cNvSpPr/>
      </dsp:nvSpPr>
      <dsp:spPr>
        <a:xfrm>
          <a:off x="4016888" y="72475"/>
          <a:ext cx="775355" cy="11630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26E020-EF5E-4AF7-8427-BEBE5C6AEDDA}">
      <dsp:nvSpPr>
        <dsp:cNvPr id="0" name=""/>
        <dsp:cNvSpPr/>
      </dsp:nvSpPr>
      <dsp:spPr>
        <a:xfrm>
          <a:off x="274441" y="1626877"/>
          <a:ext cx="3544480" cy="110765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48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Reporting &amp; Insights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Dashboards, real-time reports, case study</a:t>
          </a:r>
        </a:p>
      </dsp:txBody>
      <dsp:txXfrm>
        <a:off x="274441" y="1626877"/>
        <a:ext cx="3544480" cy="1107650"/>
      </dsp:txXfrm>
    </dsp:sp>
    <dsp:sp modelId="{9EEF15DD-A4E2-4BB9-9D33-001CC4ED1A4C}">
      <dsp:nvSpPr>
        <dsp:cNvPr id="0" name=""/>
        <dsp:cNvSpPr/>
      </dsp:nvSpPr>
      <dsp:spPr>
        <a:xfrm>
          <a:off x="126755" y="1466883"/>
          <a:ext cx="775355" cy="11630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60FFB7-0151-4F2B-994B-08896E830C04}">
      <dsp:nvSpPr>
        <dsp:cNvPr id="0" name=""/>
        <dsp:cNvSpPr/>
      </dsp:nvSpPr>
      <dsp:spPr>
        <a:xfrm>
          <a:off x="4164575" y="1626877"/>
          <a:ext cx="3544480" cy="110765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48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System Strengths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Reliability, backup, security, multi-business control</a:t>
          </a:r>
        </a:p>
      </dsp:txBody>
      <dsp:txXfrm>
        <a:off x="4164575" y="1626877"/>
        <a:ext cx="3544480" cy="1107650"/>
      </dsp:txXfrm>
    </dsp:sp>
    <dsp:sp modelId="{CC7099D2-6898-4391-BC42-F5BE0DB4F431}">
      <dsp:nvSpPr>
        <dsp:cNvPr id="0" name=""/>
        <dsp:cNvSpPr/>
      </dsp:nvSpPr>
      <dsp:spPr>
        <a:xfrm>
          <a:off x="4016888" y="1466883"/>
          <a:ext cx="775355" cy="11630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155DE-1D69-476E-A343-4825A1B5C216}">
      <dsp:nvSpPr>
        <dsp:cNvPr id="0" name=""/>
        <dsp:cNvSpPr/>
      </dsp:nvSpPr>
      <dsp:spPr>
        <a:xfrm>
          <a:off x="274441" y="3021285"/>
          <a:ext cx="3544480" cy="110765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48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Why Choose Our ERP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ROI, proven success, cost-effectiveness</a:t>
          </a:r>
        </a:p>
      </dsp:txBody>
      <dsp:txXfrm>
        <a:off x="274441" y="3021285"/>
        <a:ext cx="3544480" cy="1107650"/>
      </dsp:txXfrm>
    </dsp:sp>
    <dsp:sp modelId="{28F6CD45-2E9F-4339-987D-41BA3BDF92CA}">
      <dsp:nvSpPr>
        <dsp:cNvPr id="0" name=""/>
        <dsp:cNvSpPr/>
      </dsp:nvSpPr>
      <dsp:spPr>
        <a:xfrm>
          <a:off x="126755" y="2861291"/>
          <a:ext cx="775355" cy="11630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A509FD-F03D-4E04-918E-54B52629CFCE}">
      <dsp:nvSpPr>
        <dsp:cNvPr id="0" name=""/>
        <dsp:cNvSpPr/>
      </dsp:nvSpPr>
      <dsp:spPr>
        <a:xfrm>
          <a:off x="4164575" y="3021285"/>
          <a:ext cx="3544480" cy="110765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0248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Closing / Q&amp;A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Call to action, next steps</a:t>
          </a:r>
        </a:p>
      </dsp:txBody>
      <dsp:txXfrm>
        <a:off x="4164575" y="3021285"/>
        <a:ext cx="3544480" cy="1107650"/>
      </dsp:txXfrm>
    </dsp:sp>
    <dsp:sp modelId="{BC113821-02FC-4096-B6DB-DDA40895210F}">
      <dsp:nvSpPr>
        <dsp:cNvPr id="0" name=""/>
        <dsp:cNvSpPr/>
      </dsp:nvSpPr>
      <dsp:spPr>
        <a:xfrm>
          <a:off x="4016888" y="2861291"/>
          <a:ext cx="775355" cy="1163032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6B92C-EC0F-4DF7-9944-CEFAFBDE9959}">
      <dsp:nvSpPr>
        <dsp:cNvPr id="0" name=""/>
        <dsp:cNvSpPr/>
      </dsp:nvSpPr>
      <dsp:spPr>
        <a:xfrm>
          <a:off x="2371637" y="2107450"/>
          <a:ext cx="1453584" cy="941593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Slow decisions</a:t>
          </a:r>
        </a:p>
      </dsp:txBody>
      <dsp:txXfrm>
        <a:off x="2828396" y="2363532"/>
        <a:ext cx="976141" cy="664826"/>
      </dsp:txXfrm>
    </dsp:sp>
    <dsp:sp modelId="{E2943E13-8240-49A5-A9AF-A0529ED9A32A}">
      <dsp:nvSpPr>
        <dsp:cNvPr id="0" name=""/>
        <dsp:cNvSpPr/>
      </dsp:nvSpPr>
      <dsp:spPr>
        <a:xfrm>
          <a:off x="0" y="2107450"/>
          <a:ext cx="1453584" cy="941593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Market pressure</a:t>
          </a:r>
        </a:p>
      </dsp:txBody>
      <dsp:txXfrm>
        <a:off x="20684" y="2363532"/>
        <a:ext cx="976141" cy="664826"/>
      </dsp:txXfrm>
    </dsp:sp>
    <dsp:sp modelId="{DB7F5221-7F2B-45C2-B830-77655D2C8496}">
      <dsp:nvSpPr>
        <dsp:cNvPr id="0" name=""/>
        <dsp:cNvSpPr/>
      </dsp:nvSpPr>
      <dsp:spPr>
        <a:xfrm>
          <a:off x="2371637" y="106565"/>
          <a:ext cx="1453584" cy="941593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Manual reporting</a:t>
          </a:r>
        </a:p>
      </dsp:txBody>
      <dsp:txXfrm>
        <a:off x="2828396" y="127249"/>
        <a:ext cx="976141" cy="664826"/>
      </dsp:txXfrm>
    </dsp:sp>
    <dsp:sp modelId="{CE896674-C048-4429-B4F2-F3E13F5183F5}">
      <dsp:nvSpPr>
        <dsp:cNvPr id="0" name=""/>
        <dsp:cNvSpPr/>
      </dsp:nvSpPr>
      <dsp:spPr>
        <a:xfrm>
          <a:off x="0" y="106565"/>
          <a:ext cx="1453584" cy="941593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Depot challenges</a:t>
          </a:r>
        </a:p>
      </dsp:txBody>
      <dsp:txXfrm>
        <a:off x="20684" y="127249"/>
        <a:ext cx="976141" cy="664826"/>
      </dsp:txXfrm>
    </dsp:sp>
    <dsp:sp modelId="{ADC41725-C734-45EA-9032-EAF8C33DD8ED}">
      <dsp:nvSpPr>
        <dsp:cNvPr id="0" name=""/>
        <dsp:cNvSpPr/>
      </dsp:nvSpPr>
      <dsp:spPr>
        <a:xfrm>
          <a:off x="609093" y="274286"/>
          <a:ext cx="1274093" cy="1274093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Multi-plant operations</a:t>
          </a:r>
        </a:p>
      </dsp:txBody>
      <dsp:txXfrm>
        <a:off x="982266" y="647459"/>
        <a:ext cx="900920" cy="900920"/>
      </dsp:txXfrm>
    </dsp:sp>
    <dsp:sp modelId="{76FA5C59-FFA8-4A5F-83DB-21C8DF0C4685}">
      <dsp:nvSpPr>
        <dsp:cNvPr id="0" name=""/>
        <dsp:cNvSpPr/>
      </dsp:nvSpPr>
      <dsp:spPr>
        <a:xfrm rot="5400000">
          <a:off x="1942035" y="274286"/>
          <a:ext cx="1274093" cy="1274093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Stock mismatch</a:t>
          </a:r>
        </a:p>
      </dsp:txBody>
      <dsp:txXfrm rot="-5400000">
        <a:off x="1942035" y="647459"/>
        <a:ext cx="900920" cy="900920"/>
      </dsp:txXfrm>
    </dsp:sp>
    <dsp:sp modelId="{27AB1C55-8553-4B39-BF18-24DA72B34FE0}">
      <dsp:nvSpPr>
        <dsp:cNvPr id="0" name=""/>
        <dsp:cNvSpPr/>
      </dsp:nvSpPr>
      <dsp:spPr>
        <a:xfrm rot="10800000">
          <a:off x="1942035" y="1607229"/>
          <a:ext cx="1274093" cy="1274093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Collection delays</a:t>
          </a:r>
        </a:p>
      </dsp:txBody>
      <dsp:txXfrm rot="10800000">
        <a:off x="1942035" y="1607229"/>
        <a:ext cx="900920" cy="900920"/>
      </dsp:txXfrm>
    </dsp:sp>
    <dsp:sp modelId="{C750384C-45EE-48DF-AE66-FAB6924F5FF4}">
      <dsp:nvSpPr>
        <dsp:cNvPr id="0" name=""/>
        <dsp:cNvSpPr/>
      </dsp:nvSpPr>
      <dsp:spPr>
        <a:xfrm rot="16200000">
          <a:off x="609093" y="1607229"/>
          <a:ext cx="1274093" cy="1274093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Data gaps</a:t>
          </a:r>
        </a:p>
      </dsp:txBody>
      <dsp:txXfrm rot="5400000">
        <a:off x="982266" y="1607229"/>
        <a:ext cx="900920" cy="900920"/>
      </dsp:txXfrm>
    </dsp:sp>
    <dsp:sp modelId="{960D1E03-A4A9-41CA-BC3F-87884DC6F85F}">
      <dsp:nvSpPr>
        <dsp:cNvPr id="0" name=""/>
        <dsp:cNvSpPr/>
      </dsp:nvSpPr>
      <dsp:spPr>
        <a:xfrm>
          <a:off x="1692660" y="1312981"/>
          <a:ext cx="439900" cy="382522"/>
        </a:xfrm>
        <a:prstGeom prst="circular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FBFC1-A865-428D-B5A6-CAB2B87B312D}">
      <dsp:nvSpPr>
        <dsp:cNvPr id="0" name=""/>
        <dsp:cNvSpPr/>
      </dsp:nvSpPr>
      <dsp:spPr>
        <a:xfrm rot="10800000">
          <a:off x="1692660" y="1460105"/>
          <a:ext cx="439900" cy="382522"/>
        </a:xfrm>
        <a:prstGeom prst="circular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3ADE9-B3FE-4FD5-B6CB-E791C6D29F72}">
      <dsp:nvSpPr>
        <dsp:cNvPr id="0" name=""/>
        <dsp:cNvSpPr/>
      </dsp:nvSpPr>
      <dsp:spPr>
        <a:xfrm>
          <a:off x="3470" y="192291"/>
          <a:ext cx="1498801" cy="111882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Java</a:t>
          </a:r>
        </a:p>
      </dsp:txBody>
      <dsp:txXfrm>
        <a:off x="29685" y="218506"/>
        <a:ext cx="1446371" cy="1092608"/>
      </dsp:txXfrm>
    </dsp:sp>
    <dsp:sp modelId="{050C281A-8EF6-42DF-A364-2E5D1E3B5131}">
      <dsp:nvSpPr>
        <dsp:cNvPr id="0" name=""/>
        <dsp:cNvSpPr/>
      </dsp:nvSpPr>
      <dsp:spPr>
        <a:xfrm>
          <a:off x="3470" y="1311114"/>
          <a:ext cx="1498801" cy="4810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190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Franklin Gothic Book (Body)"/>
              <a:cs typeface="Times New Roman" panose="02020603050405020304" pitchFamily="18" charset="0"/>
            </a:rPr>
            <a:t>Programming</a:t>
          </a:r>
        </a:p>
      </dsp:txBody>
      <dsp:txXfrm>
        <a:off x="3470" y="1311114"/>
        <a:ext cx="1055493" cy="481094"/>
      </dsp:txXfrm>
    </dsp:sp>
    <dsp:sp modelId="{84BED786-C41F-4444-BBD5-5E8C5F9BAD96}">
      <dsp:nvSpPr>
        <dsp:cNvPr id="0" name=""/>
        <dsp:cNvSpPr/>
      </dsp:nvSpPr>
      <dsp:spPr>
        <a:xfrm>
          <a:off x="1101362" y="1387532"/>
          <a:ext cx="524580" cy="52458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3E4CA-E475-4BC3-8A4A-2559925A8377}">
      <dsp:nvSpPr>
        <dsp:cNvPr id="0" name=""/>
        <dsp:cNvSpPr/>
      </dsp:nvSpPr>
      <dsp:spPr>
        <a:xfrm>
          <a:off x="1755904" y="192291"/>
          <a:ext cx="1498801" cy="111882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4739243"/>
              <a:satOff val="9820"/>
              <a:lumOff val="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Spring Boot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Spring Cloud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Bootstrap 5</a:t>
          </a:r>
        </a:p>
      </dsp:txBody>
      <dsp:txXfrm>
        <a:off x="1782119" y="218506"/>
        <a:ext cx="1446371" cy="1092608"/>
      </dsp:txXfrm>
    </dsp:sp>
    <dsp:sp modelId="{B1070C18-F121-45AA-8B3F-C45732576BD3}">
      <dsp:nvSpPr>
        <dsp:cNvPr id="0" name=""/>
        <dsp:cNvSpPr/>
      </dsp:nvSpPr>
      <dsp:spPr>
        <a:xfrm>
          <a:off x="1755904" y="1311114"/>
          <a:ext cx="1498801" cy="481094"/>
        </a:xfrm>
        <a:prstGeom prst="rect">
          <a:avLst/>
        </a:prstGeom>
        <a:solidFill>
          <a:schemeClr val="accent4">
            <a:hueOff val="-4739243"/>
            <a:satOff val="9820"/>
            <a:lumOff val="1568"/>
            <a:alphaOff val="0"/>
          </a:schemeClr>
        </a:solidFill>
        <a:ln w="12700" cap="flat" cmpd="sng" algn="ctr">
          <a:solidFill>
            <a:schemeClr val="accent4">
              <a:hueOff val="-4739243"/>
              <a:satOff val="9820"/>
              <a:lumOff val="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190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Franklin Gothic Book (Body)"/>
              <a:cs typeface="Times New Roman" panose="02020603050405020304" pitchFamily="18" charset="0"/>
            </a:rPr>
            <a:t>Software Framework</a:t>
          </a:r>
        </a:p>
      </dsp:txBody>
      <dsp:txXfrm>
        <a:off x="1755904" y="1311114"/>
        <a:ext cx="1055493" cy="481094"/>
      </dsp:txXfrm>
    </dsp:sp>
    <dsp:sp modelId="{9983158B-4FA4-408D-80FF-DC34D7A0C966}">
      <dsp:nvSpPr>
        <dsp:cNvPr id="0" name=""/>
        <dsp:cNvSpPr/>
      </dsp:nvSpPr>
      <dsp:spPr>
        <a:xfrm>
          <a:off x="2853797" y="1387532"/>
          <a:ext cx="524580" cy="524580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-4911930"/>
              <a:satOff val="9577"/>
              <a:lumOff val="7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8C1CC8-0ACB-4B25-890C-4EE7849414F6}">
      <dsp:nvSpPr>
        <dsp:cNvPr id="0" name=""/>
        <dsp:cNvSpPr/>
      </dsp:nvSpPr>
      <dsp:spPr>
        <a:xfrm>
          <a:off x="3508338" y="192291"/>
          <a:ext cx="1498801" cy="111882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9478486"/>
              <a:satOff val="19639"/>
              <a:lumOff val="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MS SQL Server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SAP Crystal Report</a:t>
          </a:r>
        </a:p>
      </dsp:txBody>
      <dsp:txXfrm>
        <a:off x="3534553" y="218506"/>
        <a:ext cx="1446371" cy="1092608"/>
      </dsp:txXfrm>
    </dsp:sp>
    <dsp:sp modelId="{64BBFC14-4875-48D0-AE91-38E8993C9209}">
      <dsp:nvSpPr>
        <dsp:cNvPr id="0" name=""/>
        <dsp:cNvSpPr/>
      </dsp:nvSpPr>
      <dsp:spPr>
        <a:xfrm>
          <a:off x="3508338" y="1311114"/>
          <a:ext cx="1498801" cy="481094"/>
        </a:xfrm>
        <a:prstGeom prst="rect">
          <a:avLst/>
        </a:prstGeom>
        <a:solidFill>
          <a:schemeClr val="accent4">
            <a:hueOff val="-9478486"/>
            <a:satOff val="19639"/>
            <a:lumOff val="3137"/>
            <a:alphaOff val="0"/>
          </a:schemeClr>
        </a:solidFill>
        <a:ln w="12700" cap="flat" cmpd="sng" algn="ctr">
          <a:solidFill>
            <a:schemeClr val="accent4">
              <a:hueOff val="-9478486"/>
              <a:satOff val="19639"/>
              <a:lumOff val="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190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Franklin Gothic Book (Body)"/>
              <a:cs typeface="Times New Roman" panose="02020603050405020304" pitchFamily="18" charset="0"/>
            </a:rPr>
            <a:t>Database &amp; Reporting</a:t>
          </a:r>
        </a:p>
      </dsp:txBody>
      <dsp:txXfrm>
        <a:off x="3508338" y="1311114"/>
        <a:ext cx="1055493" cy="481094"/>
      </dsp:txXfrm>
    </dsp:sp>
    <dsp:sp modelId="{08962E7C-73D3-4FBE-B439-C098E615957A}">
      <dsp:nvSpPr>
        <dsp:cNvPr id="0" name=""/>
        <dsp:cNvSpPr/>
      </dsp:nvSpPr>
      <dsp:spPr>
        <a:xfrm>
          <a:off x="4606231" y="1387532"/>
          <a:ext cx="524580" cy="524580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accent4">
              <a:tint val="40000"/>
              <a:alpha val="90000"/>
              <a:hueOff val="-9823860"/>
              <a:satOff val="19154"/>
              <a:lumOff val="14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F025D3-8CE5-4151-A3A8-8548B4CA508B}">
      <dsp:nvSpPr>
        <dsp:cNvPr id="0" name=""/>
        <dsp:cNvSpPr/>
      </dsp:nvSpPr>
      <dsp:spPr>
        <a:xfrm>
          <a:off x="879687" y="2171926"/>
          <a:ext cx="1498801" cy="111882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4217729"/>
              <a:satOff val="29458"/>
              <a:lumOff val="47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Windows Server</a:t>
          </a:r>
        </a:p>
      </dsp:txBody>
      <dsp:txXfrm>
        <a:off x="905902" y="2198141"/>
        <a:ext cx="1446371" cy="1092608"/>
      </dsp:txXfrm>
    </dsp:sp>
    <dsp:sp modelId="{B363FF7F-7CFF-476F-99B4-4563835F22F2}">
      <dsp:nvSpPr>
        <dsp:cNvPr id="0" name=""/>
        <dsp:cNvSpPr/>
      </dsp:nvSpPr>
      <dsp:spPr>
        <a:xfrm>
          <a:off x="879687" y="3290749"/>
          <a:ext cx="1498801" cy="481094"/>
        </a:xfrm>
        <a:prstGeom prst="rect">
          <a:avLst/>
        </a:prstGeom>
        <a:solidFill>
          <a:schemeClr val="accent4">
            <a:hueOff val="-14217729"/>
            <a:satOff val="29458"/>
            <a:lumOff val="4705"/>
            <a:alphaOff val="0"/>
          </a:schemeClr>
        </a:solidFill>
        <a:ln w="12700" cap="flat" cmpd="sng" algn="ctr">
          <a:solidFill>
            <a:schemeClr val="accent4">
              <a:hueOff val="-14217729"/>
              <a:satOff val="29458"/>
              <a:lumOff val="47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190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Franklin Gothic Book (Body)"/>
              <a:cs typeface="Times New Roman" panose="02020603050405020304" pitchFamily="18" charset="0"/>
            </a:rPr>
            <a:t>Operating System</a:t>
          </a:r>
        </a:p>
      </dsp:txBody>
      <dsp:txXfrm>
        <a:off x="879687" y="3290749"/>
        <a:ext cx="1055493" cy="481094"/>
      </dsp:txXfrm>
    </dsp:sp>
    <dsp:sp modelId="{1F423079-3243-4E02-8DFC-C9B6536D55CF}">
      <dsp:nvSpPr>
        <dsp:cNvPr id="0" name=""/>
        <dsp:cNvSpPr/>
      </dsp:nvSpPr>
      <dsp:spPr>
        <a:xfrm>
          <a:off x="1977579" y="3367167"/>
          <a:ext cx="524580" cy="524580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2700" cap="flat" cmpd="sng" algn="ctr">
          <a:solidFill>
            <a:schemeClr val="accent4">
              <a:tint val="40000"/>
              <a:alpha val="90000"/>
              <a:hueOff val="-14735790"/>
              <a:satOff val="28731"/>
              <a:lumOff val="21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C8FC32-F336-4F97-B946-4AD88792BA8B}">
      <dsp:nvSpPr>
        <dsp:cNvPr id="0" name=""/>
        <dsp:cNvSpPr/>
      </dsp:nvSpPr>
      <dsp:spPr>
        <a:xfrm>
          <a:off x="2632121" y="2171926"/>
          <a:ext cx="1498801" cy="1118823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-18956971"/>
              <a:satOff val="39278"/>
              <a:lumOff val="6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57150" rIns="19050" bIns="1905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Apache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IIS</a:t>
          </a:r>
        </a:p>
      </dsp:txBody>
      <dsp:txXfrm>
        <a:off x="2658336" y="2198141"/>
        <a:ext cx="1446371" cy="1092608"/>
      </dsp:txXfrm>
    </dsp:sp>
    <dsp:sp modelId="{CB77F859-CE56-4E40-B39A-C485490B3123}">
      <dsp:nvSpPr>
        <dsp:cNvPr id="0" name=""/>
        <dsp:cNvSpPr/>
      </dsp:nvSpPr>
      <dsp:spPr>
        <a:xfrm>
          <a:off x="2632121" y="3290749"/>
          <a:ext cx="1498801" cy="481094"/>
        </a:xfrm>
        <a:prstGeom prst="rect">
          <a:avLst/>
        </a:prstGeom>
        <a:solidFill>
          <a:schemeClr val="accent4">
            <a:hueOff val="-18956971"/>
            <a:satOff val="39278"/>
            <a:lumOff val="6274"/>
            <a:alphaOff val="0"/>
          </a:schemeClr>
        </a:solidFill>
        <a:ln w="12700" cap="flat" cmpd="sng" algn="ctr">
          <a:solidFill>
            <a:schemeClr val="accent4">
              <a:hueOff val="-18956971"/>
              <a:satOff val="39278"/>
              <a:lumOff val="627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0" rIns="1905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latin typeface="Franklin Gothic Book (Body)"/>
              <a:cs typeface="Times New Roman" panose="02020603050405020304" pitchFamily="18" charset="0"/>
            </a:rPr>
            <a:t>Web Server</a:t>
          </a:r>
        </a:p>
      </dsp:txBody>
      <dsp:txXfrm>
        <a:off x="2632121" y="3290749"/>
        <a:ext cx="1055493" cy="481094"/>
      </dsp:txXfrm>
    </dsp:sp>
    <dsp:sp modelId="{871F18F8-E27F-4704-B77F-B77A4E494B03}">
      <dsp:nvSpPr>
        <dsp:cNvPr id="0" name=""/>
        <dsp:cNvSpPr/>
      </dsp:nvSpPr>
      <dsp:spPr>
        <a:xfrm>
          <a:off x="3730014" y="3367167"/>
          <a:ext cx="524580" cy="524580"/>
        </a:xfrm>
        <a:prstGeom prst="ellipse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0" r="-10000"/>
          </a:stretch>
        </a:blipFill>
        <a:ln w="12700" cap="flat" cmpd="sng" algn="ctr">
          <a:solidFill>
            <a:schemeClr val="accent4">
              <a:tint val="40000"/>
              <a:alpha val="90000"/>
              <a:hueOff val="-19647720"/>
              <a:satOff val="38308"/>
              <a:lumOff val="287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EAD93-565D-4978-A67B-8270A64D6418}">
      <dsp:nvSpPr>
        <dsp:cNvPr id="0" name=""/>
        <dsp:cNvSpPr/>
      </dsp:nvSpPr>
      <dsp:spPr>
        <a:xfrm>
          <a:off x="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Purchase Order</a:t>
          </a:r>
        </a:p>
      </dsp:txBody>
      <dsp:txXfrm>
        <a:off x="0" y="382422"/>
        <a:ext cx="1195381" cy="717229"/>
      </dsp:txXfrm>
    </dsp:sp>
    <dsp:sp modelId="{C304278A-D0F4-4178-8451-6B4D9E977CBA}">
      <dsp:nvSpPr>
        <dsp:cNvPr id="0" name=""/>
        <dsp:cNvSpPr/>
      </dsp:nvSpPr>
      <dsp:spPr>
        <a:xfrm>
          <a:off x="131492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Order to GRN</a:t>
          </a:r>
        </a:p>
      </dsp:txBody>
      <dsp:txXfrm>
        <a:off x="1314920" y="382422"/>
        <a:ext cx="1195381" cy="717229"/>
      </dsp:txXfrm>
    </dsp:sp>
    <dsp:sp modelId="{097D1E0F-8051-40FE-89EF-49071823F11F}">
      <dsp:nvSpPr>
        <dsp:cNvPr id="0" name=""/>
        <dsp:cNvSpPr/>
      </dsp:nvSpPr>
      <dsp:spPr>
        <a:xfrm>
          <a:off x="262984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Direct Purchase</a:t>
          </a:r>
        </a:p>
      </dsp:txBody>
      <dsp:txXfrm>
        <a:off x="2629840" y="382422"/>
        <a:ext cx="1195381" cy="717229"/>
      </dsp:txXfrm>
    </dsp:sp>
    <dsp:sp modelId="{F463FFE5-D8C2-41FB-95BA-723F96EACE79}">
      <dsp:nvSpPr>
        <dsp:cNvPr id="0" name=""/>
        <dsp:cNvSpPr/>
      </dsp:nvSpPr>
      <dsp:spPr>
        <a:xfrm>
          <a:off x="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Purchase Return</a:t>
          </a:r>
        </a:p>
      </dsp:txBody>
      <dsp:txXfrm>
        <a:off x="0" y="1219189"/>
        <a:ext cx="1195381" cy="717229"/>
      </dsp:txXfrm>
    </dsp:sp>
    <dsp:sp modelId="{7BC14294-F107-41C2-998C-B0375D1FFC0B}">
      <dsp:nvSpPr>
        <dsp:cNvPr id="0" name=""/>
        <dsp:cNvSpPr/>
      </dsp:nvSpPr>
      <dsp:spPr>
        <a:xfrm>
          <a:off x="131492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GRN Return</a:t>
          </a:r>
          <a:endParaRPr lang="en-US" sz="1500" kern="1200" dirty="0"/>
        </a:p>
      </dsp:txBody>
      <dsp:txXfrm>
        <a:off x="1314920" y="1219189"/>
        <a:ext cx="1195381" cy="717229"/>
      </dsp:txXfrm>
    </dsp:sp>
    <dsp:sp modelId="{F28ACEF1-3162-43E2-A983-B95E68F4E282}">
      <dsp:nvSpPr>
        <dsp:cNvPr id="0" name=""/>
        <dsp:cNvSpPr/>
      </dsp:nvSpPr>
      <dsp:spPr>
        <a:xfrm>
          <a:off x="262984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Pending Items</a:t>
          </a:r>
        </a:p>
      </dsp:txBody>
      <dsp:txXfrm>
        <a:off x="2629840" y="1219189"/>
        <a:ext cx="1195381" cy="717229"/>
      </dsp:txXfrm>
    </dsp:sp>
    <dsp:sp modelId="{FA103FF0-3C04-4AC7-94A1-CF43B2AAE26F}">
      <dsp:nvSpPr>
        <dsp:cNvPr id="0" name=""/>
        <dsp:cNvSpPr/>
      </dsp:nvSpPr>
      <dsp:spPr>
        <a:xfrm>
          <a:off x="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Costing</a:t>
          </a:r>
        </a:p>
      </dsp:txBody>
      <dsp:txXfrm>
        <a:off x="0" y="2055957"/>
        <a:ext cx="1195381" cy="717229"/>
      </dsp:txXfrm>
    </dsp:sp>
    <dsp:sp modelId="{C65B70B9-998A-4B0F-BEFD-7C696D2D7BA6}">
      <dsp:nvSpPr>
        <dsp:cNvPr id="0" name=""/>
        <dsp:cNvSpPr/>
      </dsp:nvSpPr>
      <dsp:spPr>
        <a:xfrm>
          <a:off x="131492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Efficiency</a:t>
          </a:r>
        </a:p>
      </dsp:txBody>
      <dsp:txXfrm>
        <a:off x="1314920" y="2055957"/>
        <a:ext cx="1195381" cy="717229"/>
      </dsp:txXfrm>
    </dsp:sp>
    <dsp:sp modelId="{9CECF74A-9DD1-49FC-BF7A-19AFAF193626}">
      <dsp:nvSpPr>
        <dsp:cNvPr id="0" name=""/>
        <dsp:cNvSpPr/>
      </dsp:nvSpPr>
      <dsp:spPr>
        <a:xfrm>
          <a:off x="262984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Control</a:t>
          </a:r>
        </a:p>
      </dsp:txBody>
      <dsp:txXfrm>
        <a:off x="2629840" y="2055957"/>
        <a:ext cx="1195381" cy="7172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BBA3E-BF31-4EE4-B8F6-A7423E5FF3D0}">
      <dsp:nvSpPr>
        <dsp:cNvPr id="0" name=""/>
        <dsp:cNvSpPr/>
      </dsp:nvSpPr>
      <dsp:spPr>
        <a:xfrm>
          <a:off x="729" y="453219"/>
          <a:ext cx="1412860" cy="5453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B636782-1555-473C-8B33-D228A0CD7A35}">
      <dsp:nvSpPr>
        <dsp:cNvPr id="0" name=""/>
        <dsp:cNvSpPr/>
      </dsp:nvSpPr>
      <dsp:spPr>
        <a:xfrm>
          <a:off x="377492" y="589560"/>
          <a:ext cx="1193082" cy="5453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Purchase Order</a:t>
          </a:r>
        </a:p>
      </dsp:txBody>
      <dsp:txXfrm>
        <a:off x="393465" y="605533"/>
        <a:ext cx="1161136" cy="513418"/>
      </dsp:txXfrm>
    </dsp:sp>
    <dsp:sp modelId="{2FBCD924-0BCE-4607-9BD9-5AACC8B8BE33}">
      <dsp:nvSpPr>
        <dsp:cNvPr id="0" name=""/>
        <dsp:cNvSpPr/>
      </dsp:nvSpPr>
      <dsp:spPr>
        <a:xfrm>
          <a:off x="1614530" y="453219"/>
          <a:ext cx="1412860" cy="5453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3791394"/>
                <a:satOff val="7856"/>
                <a:lumOff val="125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3791394"/>
                <a:satOff val="7856"/>
                <a:lumOff val="125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3791394"/>
                <a:satOff val="7856"/>
                <a:lumOff val="125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29819B4-9AA0-42D9-BE8B-EAC2BF21540D}">
      <dsp:nvSpPr>
        <dsp:cNvPr id="0" name=""/>
        <dsp:cNvSpPr/>
      </dsp:nvSpPr>
      <dsp:spPr>
        <a:xfrm>
          <a:off x="1991292" y="589560"/>
          <a:ext cx="1193082" cy="5453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3791394"/>
              <a:satOff val="7856"/>
              <a:lumOff val="125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Order to GRN</a:t>
          </a:r>
        </a:p>
      </dsp:txBody>
      <dsp:txXfrm>
        <a:off x="2007265" y="605533"/>
        <a:ext cx="1161136" cy="513418"/>
      </dsp:txXfrm>
    </dsp:sp>
    <dsp:sp modelId="{037F81A4-8750-4079-8B51-A860D3DC72D5}">
      <dsp:nvSpPr>
        <dsp:cNvPr id="0" name=""/>
        <dsp:cNvSpPr/>
      </dsp:nvSpPr>
      <dsp:spPr>
        <a:xfrm>
          <a:off x="3228330" y="453219"/>
          <a:ext cx="1412860" cy="5453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7582789"/>
                <a:satOff val="15711"/>
                <a:lumOff val="251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7582789"/>
                <a:satOff val="15711"/>
                <a:lumOff val="251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7582789"/>
                <a:satOff val="15711"/>
                <a:lumOff val="251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1EDFBE7-D9AC-4099-8EDE-2AB363073433}">
      <dsp:nvSpPr>
        <dsp:cNvPr id="0" name=""/>
        <dsp:cNvSpPr/>
      </dsp:nvSpPr>
      <dsp:spPr>
        <a:xfrm>
          <a:off x="3605093" y="589560"/>
          <a:ext cx="1193082" cy="5453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7582789"/>
              <a:satOff val="15711"/>
              <a:lumOff val="251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Pending Items</a:t>
          </a:r>
        </a:p>
      </dsp:txBody>
      <dsp:txXfrm>
        <a:off x="3621066" y="605533"/>
        <a:ext cx="1161136" cy="513418"/>
      </dsp:txXfrm>
    </dsp:sp>
    <dsp:sp modelId="{D3E16470-2B48-4FDC-A181-B61825EC764A}">
      <dsp:nvSpPr>
        <dsp:cNvPr id="0" name=""/>
        <dsp:cNvSpPr/>
      </dsp:nvSpPr>
      <dsp:spPr>
        <a:xfrm>
          <a:off x="4842130" y="453219"/>
          <a:ext cx="1412860" cy="5453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11374183"/>
                <a:satOff val="23567"/>
                <a:lumOff val="376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11374183"/>
                <a:satOff val="23567"/>
                <a:lumOff val="376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11374183"/>
                <a:satOff val="23567"/>
                <a:lumOff val="376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B5FE3DC-C5A2-46BB-AEC8-D7E81662898E}">
      <dsp:nvSpPr>
        <dsp:cNvPr id="0" name=""/>
        <dsp:cNvSpPr/>
      </dsp:nvSpPr>
      <dsp:spPr>
        <a:xfrm>
          <a:off x="5218893" y="589560"/>
          <a:ext cx="1193082" cy="5453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11374183"/>
              <a:satOff val="23567"/>
              <a:lumOff val="376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Direct Purchase</a:t>
          </a:r>
        </a:p>
      </dsp:txBody>
      <dsp:txXfrm>
        <a:off x="5234866" y="605533"/>
        <a:ext cx="1161136" cy="513418"/>
      </dsp:txXfrm>
    </dsp:sp>
    <dsp:sp modelId="{3FD36EAC-D3BE-4ECB-BEC4-6671B41D6C43}">
      <dsp:nvSpPr>
        <dsp:cNvPr id="0" name=""/>
        <dsp:cNvSpPr/>
      </dsp:nvSpPr>
      <dsp:spPr>
        <a:xfrm>
          <a:off x="6455931" y="453219"/>
          <a:ext cx="1412860" cy="5453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15165578"/>
                <a:satOff val="31422"/>
                <a:lumOff val="501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15165578"/>
                <a:satOff val="31422"/>
                <a:lumOff val="501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15165578"/>
                <a:satOff val="31422"/>
                <a:lumOff val="501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D72E350-3DAE-457E-817A-3DDCF9352D78}">
      <dsp:nvSpPr>
        <dsp:cNvPr id="0" name=""/>
        <dsp:cNvSpPr/>
      </dsp:nvSpPr>
      <dsp:spPr>
        <a:xfrm>
          <a:off x="6832693" y="589560"/>
          <a:ext cx="1193082" cy="5453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15165578"/>
              <a:satOff val="31422"/>
              <a:lumOff val="501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Inventory Process</a:t>
          </a:r>
        </a:p>
      </dsp:txBody>
      <dsp:txXfrm>
        <a:off x="6848666" y="605533"/>
        <a:ext cx="1161136" cy="513418"/>
      </dsp:txXfrm>
    </dsp:sp>
    <dsp:sp modelId="{31B02BFE-5A62-4472-BF73-84FFA175E599}">
      <dsp:nvSpPr>
        <dsp:cNvPr id="0" name=""/>
        <dsp:cNvSpPr/>
      </dsp:nvSpPr>
      <dsp:spPr>
        <a:xfrm>
          <a:off x="8069731" y="453219"/>
          <a:ext cx="1412860" cy="5453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18956971"/>
                <a:satOff val="39278"/>
                <a:lumOff val="627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18956971"/>
                <a:satOff val="39278"/>
                <a:lumOff val="627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18956971"/>
                <a:satOff val="39278"/>
                <a:lumOff val="627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CFAAFC0-CAFD-4817-B9CE-A4F1483F5031}">
      <dsp:nvSpPr>
        <dsp:cNvPr id="0" name=""/>
        <dsp:cNvSpPr/>
      </dsp:nvSpPr>
      <dsp:spPr>
        <a:xfrm>
          <a:off x="8446494" y="589560"/>
          <a:ext cx="1193082" cy="5453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18956971"/>
              <a:satOff val="39278"/>
              <a:lumOff val="62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AP/GL Process</a:t>
          </a:r>
        </a:p>
      </dsp:txBody>
      <dsp:txXfrm>
        <a:off x="8462467" y="605533"/>
        <a:ext cx="1161136" cy="51341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9BBA3E-BF31-4EE4-B8F6-A7423E5FF3D0}">
      <dsp:nvSpPr>
        <dsp:cNvPr id="0" name=""/>
        <dsp:cNvSpPr/>
      </dsp:nvSpPr>
      <dsp:spPr>
        <a:xfrm>
          <a:off x="1302" y="445201"/>
          <a:ext cx="1458198" cy="5628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CB636782-1555-473C-8B33-D228A0CD7A35}">
      <dsp:nvSpPr>
        <dsp:cNvPr id="0" name=""/>
        <dsp:cNvSpPr/>
      </dsp:nvSpPr>
      <dsp:spPr>
        <a:xfrm>
          <a:off x="390155" y="585917"/>
          <a:ext cx="1231367" cy="5628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Sales Order</a:t>
          </a:r>
        </a:p>
      </dsp:txBody>
      <dsp:txXfrm>
        <a:off x="406641" y="602403"/>
        <a:ext cx="1198395" cy="529892"/>
      </dsp:txXfrm>
    </dsp:sp>
    <dsp:sp modelId="{2FBCD924-0BCE-4607-9BD9-5AACC8B8BE33}">
      <dsp:nvSpPr>
        <dsp:cNvPr id="0" name=""/>
        <dsp:cNvSpPr/>
      </dsp:nvSpPr>
      <dsp:spPr>
        <a:xfrm>
          <a:off x="1666888" y="445201"/>
          <a:ext cx="1458198" cy="5628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4739243"/>
                <a:satOff val="9820"/>
                <a:lumOff val="1568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4739243"/>
                <a:satOff val="9820"/>
                <a:lumOff val="1568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4739243"/>
                <a:satOff val="9820"/>
                <a:lumOff val="1568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829819B4-9AA0-42D9-BE8B-EAC2BF21540D}">
      <dsp:nvSpPr>
        <dsp:cNvPr id="0" name=""/>
        <dsp:cNvSpPr/>
      </dsp:nvSpPr>
      <dsp:spPr>
        <a:xfrm>
          <a:off x="2055741" y="585917"/>
          <a:ext cx="1231367" cy="5628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4739243"/>
              <a:satOff val="9820"/>
              <a:lumOff val="156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Invoice</a:t>
          </a:r>
        </a:p>
      </dsp:txBody>
      <dsp:txXfrm>
        <a:off x="2072227" y="602403"/>
        <a:ext cx="1198395" cy="529892"/>
      </dsp:txXfrm>
    </dsp:sp>
    <dsp:sp modelId="{D3E16470-2B48-4FDC-A181-B61825EC764A}">
      <dsp:nvSpPr>
        <dsp:cNvPr id="0" name=""/>
        <dsp:cNvSpPr/>
      </dsp:nvSpPr>
      <dsp:spPr>
        <a:xfrm>
          <a:off x="3332474" y="445201"/>
          <a:ext cx="1458198" cy="5628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9478486"/>
                <a:satOff val="19639"/>
                <a:lumOff val="3137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9478486"/>
                <a:satOff val="19639"/>
                <a:lumOff val="3137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9478486"/>
                <a:satOff val="19639"/>
                <a:lumOff val="3137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B5FE3DC-C5A2-46BB-AEC8-D7E81662898E}">
      <dsp:nvSpPr>
        <dsp:cNvPr id="0" name=""/>
        <dsp:cNvSpPr/>
      </dsp:nvSpPr>
      <dsp:spPr>
        <a:xfrm>
          <a:off x="3721327" y="585917"/>
          <a:ext cx="1231367" cy="5628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9478486"/>
              <a:satOff val="19639"/>
              <a:lumOff val="313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Additional Invoice</a:t>
          </a:r>
          <a:endParaRPr lang="en-US" sz="1500" b="0" kern="1200" dirty="0"/>
        </a:p>
      </dsp:txBody>
      <dsp:txXfrm>
        <a:off x="3737813" y="602403"/>
        <a:ext cx="1198395" cy="529892"/>
      </dsp:txXfrm>
    </dsp:sp>
    <dsp:sp modelId="{8B697956-F127-4785-A309-567A6580566D}">
      <dsp:nvSpPr>
        <dsp:cNvPr id="0" name=""/>
        <dsp:cNvSpPr/>
      </dsp:nvSpPr>
      <dsp:spPr>
        <a:xfrm>
          <a:off x="4998061" y="445201"/>
          <a:ext cx="1458198" cy="5628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14217729"/>
                <a:satOff val="29458"/>
                <a:lumOff val="470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14217729"/>
                <a:satOff val="29458"/>
                <a:lumOff val="470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14217729"/>
                <a:satOff val="29458"/>
                <a:lumOff val="470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104A151-54CB-416A-B888-F93B4CAE7FB6}">
      <dsp:nvSpPr>
        <dsp:cNvPr id="0" name=""/>
        <dsp:cNvSpPr/>
      </dsp:nvSpPr>
      <dsp:spPr>
        <a:xfrm>
          <a:off x="5386913" y="585917"/>
          <a:ext cx="1231367" cy="5628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14217729"/>
              <a:satOff val="29458"/>
              <a:lumOff val="47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Inventory Process</a:t>
          </a:r>
        </a:p>
      </dsp:txBody>
      <dsp:txXfrm>
        <a:off x="5403399" y="602403"/>
        <a:ext cx="1198395" cy="529892"/>
      </dsp:txXfrm>
    </dsp:sp>
    <dsp:sp modelId="{31B02BFE-5A62-4472-BF73-84FFA175E599}">
      <dsp:nvSpPr>
        <dsp:cNvPr id="0" name=""/>
        <dsp:cNvSpPr/>
      </dsp:nvSpPr>
      <dsp:spPr>
        <a:xfrm>
          <a:off x="6663647" y="445201"/>
          <a:ext cx="1458198" cy="562864"/>
        </a:xfrm>
        <a:prstGeom prst="chevron">
          <a:avLst>
            <a:gd name="adj" fmla="val 40000"/>
          </a:avLst>
        </a:prstGeom>
        <a:gradFill rotWithShape="0">
          <a:gsLst>
            <a:gs pos="0">
              <a:schemeClr val="accent4">
                <a:hueOff val="-18956971"/>
                <a:satOff val="39278"/>
                <a:lumOff val="627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-18956971"/>
                <a:satOff val="39278"/>
                <a:lumOff val="627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-18956971"/>
                <a:satOff val="39278"/>
                <a:lumOff val="627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CFAAFC0-CAFD-4817-B9CE-A4F1483F5031}">
      <dsp:nvSpPr>
        <dsp:cNvPr id="0" name=""/>
        <dsp:cNvSpPr/>
      </dsp:nvSpPr>
      <dsp:spPr>
        <a:xfrm>
          <a:off x="7052500" y="585917"/>
          <a:ext cx="1231367" cy="5628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-18956971"/>
              <a:satOff val="39278"/>
              <a:lumOff val="62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/>
            <a:t>AR/GL Process</a:t>
          </a:r>
        </a:p>
      </dsp:txBody>
      <dsp:txXfrm>
        <a:off x="7068986" y="602403"/>
        <a:ext cx="1198395" cy="52989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DA677E-30B7-43A8-BEDF-0CB4371FE84E}">
      <dsp:nvSpPr>
        <dsp:cNvPr id="0" name=""/>
        <dsp:cNvSpPr/>
      </dsp:nvSpPr>
      <dsp:spPr>
        <a:xfrm>
          <a:off x="145902" y="0"/>
          <a:ext cx="3746003" cy="3746003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A7CEF-9C5C-4CCD-8895-61EC65EFB047}">
      <dsp:nvSpPr>
        <dsp:cNvPr id="0" name=""/>
        <dsp:cNvSpPr/>
      </dsp:nvSpPr>
      <dsp:spPr>
        <a:xfrm>
          <a:off x="2018904" y="374966"/>
          <a:ext cx="2434901" cy="532634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Sales orders</a:t>
          </a:r>
        </a:p>
      </dsp:txBody>
      <dsp:txXfrm>
        <a:off x="2044905" y="400967"/>
        <a:ext cx="2382899" cy="480632"/>
      </dsp:txXfrm>
    </dsp:sp>
    <dsp:sp modelId="{754214F8-5F80-43FB-BDFC-D94E267C4D9C}">
      <dsp:nvSpPr>
        <dsp:cNvPr id="0" name=""/>
        <dsp:cNvSpPr/>
      </dsp:nvSpPr>
      <dsp:spPr>
        <a:xfrm>
          <a:off x="2018904" y="974180"/>
          <a:ext cx="2434901" cy="532634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Invoicing options</a:t>
          </a:r>
        </a:p>
      </dsp:txBody>
      <dsp:txXfrm>
        <a:off x="2044905" y="1000181"/>
        <a:ext cx="2382899" cy="480632"/>
      </dsp:txXfrm>
    </dsp:sp>
    <dsp:sp modelId="{55B76474-8F8B-4AAA-AF1C-0FD13627AF9F}">
      <dsp:nvSpPr>
        <dsp:cNvPr id="0" name=""/>
        <dsp:cNvSpPr/>
      </dsp:nvSpPr>
      <dsp:spPr>
        <a:xfrm>
          <a:off x="2018904" y="1573394"/>
          <a:ext cx="2434901" cy="532634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Quick Invoice</a:t>
          </a:r>
          <a:endParaRPr lang="en-US" sz="1500" kern="1200" dirty="0"/>
        </a:p>
      </dsp:txBody>
      <dsp:txXfrm>
        <a:off x="2044905" y="1599395"/>
        <a:ext cx="2382899" cy="480632"/>
      </dsp:txXfrm>
    </dsp:sp>
    <dsp:sp modelId="{E9A91B6E-5DF4-426E-B904-A234E4C0D801}">
      <dsp:nvSpPr>
        <dsp:cNvPr id="0" name=""/>
        <dsp:cNvSpPr/>
      </dsp:nvSpPr>
      <dsp:spPr>
        <a:xfrm>
          <a:off x="2018904" y="2172608"/>
          <a:ext cx="2434901" cy="532634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Item pricing</a:t>
          </a:r>
        </a:p>
      </dsp:txBody>
      <dsp:txXfrm>
        <a:off x="2044905" y="2198609"/>
        <a:ext cx="2382899" cy="480632"/>
      </dsp:txXfrm>
    </dsp:sp>
    <dsp:sp modelId="{4AAA577F-5C34-4E5C-8C07-247B9D6B27B8}">
      <dsp:nvSpPr>
        <dsp:cNvPr id="0" name=""/>
        <dsp:cNvSpPr/>
      </dsp:nvSpPr>
      <dsp:spPr>
        <a:xfrm>
          <a:off x="2018904" y="2771822"/>
          <a:ext cx="2434901" cy="532634"/>
        </a:xfrm>
        <a:prstGeom prst="round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Undelivery report</a:t>
          </a:r>
        </a:p>
      </dsp:txBody>
      <dsp:txXfrm>
        <a:off x="2044905" y="2797823"/>
        <a:ext cx="2382899" cy="4806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EAD93-565D-4978-A67B-8270A64D6418}">
      <dsp:nvSpPr>
        <dsp:cNvPr id="0" name=""/>
        <dsp:cNvSpPr/>
      </dsp:nvSpPr>
      <dsp:spPr>
        <a:xfrm>
          <a:off x="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Stock receive</a:t>
          </a:r>
        </a:p>
      </dsp:txBody>
      <dsp:txXfrm>
        <a:off x="0" y="382422"/>
        <a:ext cx="1195381" cy="717229"/>
      </dsp:txXfrm>
    </dsp:sp>
    <dsp:sp modelId="{6D18D048-16AB-4813-BCE5-47CDDBB8796C}">
      <dsp:nvSpPr>
        <dsp:cNvPr id="0" name=""/>
        <dsp:cNvSpPr/>
      </dsp:nvSpPr>
      <dsp:spPr>
        <a:xfrm>
          <a:off x="131492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Stock issue</a:t>
          </a:r>
        </a:p>
      </dsp:txBody>
      <dsp:txXfrm>
        <a:off x="1314920" y="382422"/>
        <a:ext cx="1195381" cy="717229"/>
      </dsp:txXfrm>
    </dsp:sp>
    <dsp:sp modelId="{BD831A47-E828-4AFF-A29A-84D75E535226}">
      <dsp:nvSpPr>
        <dsp:cNvPr id="0" name=""/>
        <dsp:cNvSpPr/>
      </dsp:nvSpPr>
      <dsp:spPr>
        <a:xfrm>
          <a:off x="262984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Stock transfer</a:t>
          </a:r>
        </a:p>
      </dsp:txBody>
      <dsp:txXfrm>
        <a:off x="2629840" y="382422"/>
        <a:ext cx="1195381" cy="717229"/>
      </dsp:txXfrm>
    </dsp:sp>
    <dsp:sp modelId="{E25478A9-AAEF-4C32-8112-A419CD7A9405}">
      <dsp:nvSpPr>
        <dsp:cNvPr id="0" name=""/>
        <dsp:cNvSpPr/>
      </dsp:nvSpPr>
      <dsp:spPr>
        <a:xfrm>
          <a:off x="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Item ledger</a:t>
          </a:r>
        </a:p>
      </dsp:txBody>
      <dsp:txXfrm>
        <a:off x="0" y="1219189"/>
        <a:ext cx="1195381" cy="717229"/>
      </dsp:txXfrm>
    </dsp:sp>
    <dsp:sp modelId="{F3447E7D-9C62-4A6E-B7BE-C30E828468FD}">
      <dsp:nvSpPr>
        <dsp:cNvPr id="0" name=""/>
        <dsp:cNvSpPr/>
      </dsp:nvSpPr>
      <dsp:spPr>
        <a:xfrm>
          <a:off x="131492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Item ageing</a:t>
          </a:r>
        </a:p>
      </dsp:txBody>
      <dsp:txXfrm>
        <a:off x="1314920" y="1219189"/>
        <a:ext cx="1195381" cy="717229"/>
      </dsp:txXfrm>
    </dsp:sp>
    <dsp:sp modelId="{0FC55D4F-E55F-40AE-ABA3-540CF7079F32}">
      <dsp:nvSpPr>
        <dsp:cNvPr id="0" name=""/>
        <dsp:cNvSpPr/>
      </dsp:nvSpPr>
      <dsp:spPr>
        <a:xfrm>
          <a:off x="262984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Movement frequency</a:t>
          </a:r>
        </a:p>
      </dsp:txBody>
      <dsp:txXfrm>
        <a:off x="2629840" y="1219189"/>
        <a:ext cx="1195381" cy="717229"/>
      </dsp:txXfrm>
    </dsp:sp>
    <dsp:sp modelId="{8567E947-DC32-4409-987A-88E8AC7B6056}">
      <dsp:nvSpPr>
        <dsp:cNvPr id="0" name=""/>
        <dsp:cNvSpPr/>
      </dsp:nvSpPr>
      <dsp:spPr>
        <a:xfrm>
          <a:off x="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Warehouse control</a:t>
          </a:r>
        </a:p>
      </dsp:txBody>
      <dsp:txXfrm>
        <a:off x="0" y="2055957"/>
        <a:ext cx="1195381" cy="717229"/>
      </dsp:txXfrm>
    </dsp:sp>
    <dsp:sp modelId="{A64ADBF3-003B-4A03-8F83-E6006B2382F3}">
      <dsp:nvSpPr>
        <dsp:cNvPr id="0" name=""/>
        <dsp:cNvSpPr/>
      </dsp:nvSpPr>
      <dsp:spPr>
        <a:xfrm>
          <a:off x="131492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Depot management</a:t>
          </a:r>
        </a:p>
      </dsp:txBody>
      <dsp:txXfrm>
        <a:off x="1314920" y="2055957"/>
        <a:ext cx="1195381" cy="717229"/>
      </dsp:txXfrm>
    </dsp:sp>
    <dsp:sp modelId="{EFCD70ED-917A-4BE3-A315-5E4321619E87}">
      <dsp:nvSpPr>
        <dsp:cNvPr id="0" name=""/>
        <dsp:cNvSpPr/>
      </dsp:nvSpPr>
      <dsp:spPr>
        <a:xfrm>
          <a:off x="262984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Stock accuracy</a:t>
          </a:r>
        </a:p>
      </dsp:txBody>
      <dsp:txXfrm>
        <a:off x="2629840" y="2055957"/>
        <a:ext cx="1195381" cy="71722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EAD93-565D-4978-A67B-8270A64D6418}">
      <dsp:nvSpPr>
        <dsp:cNvPr id="0" name=""/>
        <dsp:cNvSpPr/>
      </dsp:nvSpPr>
      <dsp:spPr>
        <a:xfrm>
          <a:off x="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Chart of accounts</a:t>
          </a:r>
        </a:p>
      </dsp:txBody>
      <dsp:txXfrm>
        <a:off x="0" y="382422"/>
        <a:ext cx="1195381" cy="717229"/>
      </dsp:txXfrm>
    </dsp:sp>
    <dsp:sp modelId="{2EC27EDA-C76B-49F8-BA09-8B849D9D50BF}">
      <dsp:nvSpPr>
        <dsp:cNvPr id="0" name=""/>
        <dsp:cNvSpPr/>
      </dsp:nvSpPr>
      <dsp:spPr>
        <a:xfrm>
          <a:off x="131492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Vouchers</a:t>
          </a:r>
        </a:p>
      </dsp:txBody>
      <dsp:txXfrm>
        <a:off x="1314920" y="382422"/>
        <a:ext cx="1195381" cy="717229"/>
      </dsp:txXfrm>
    </dsp:sp>
    <dsp:sp modelId="{8F19EB5C-05D7-463E-9B2B-CA616DBA52FB}">
      <dsp:nvSpPr>
        <dsp:cNvPr id="0" name=""/>
        <dsp:cNvSpPr/>
      </dsp:nvSpPr>
      <dsp:spPr>
        <a:xfrm>
          <a:off x="262984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Posting &amp; unposting</a:t>
          </a:r>
        </a:p>
      </dsp:txBody>
      <dsp:txXfrm>
        <a:off x="2629840" y="382422"/>
        <a:ext cx="1195381" cy="717229"/>
      </dsp:txXfrm>
    </dsp:sp>
    <dsp:sp modelId="{660E9259-3D3F-45F1-8C49-CBECC72E951E}">
      <dsp:nvSpPr>
        <dsp:cNvPr id="0" name=""/>
        <dsp:cNvSpPr/>
      </dsp:nvSpPr>
      <dsp:spPr>
        <a:xfrm>
          <a:off x="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Year-end processing</a:t>
          </a:r>
        </a:p>
      </dsp:txBody>
      <dsp:txXfrm>
        <a:off x="0" y="1219189"/>
        <a:ext cx="1195381" cy="717229"/>
      </dsp:txXfrm>
    </dsp:sp>
    <dsp:sp modelId="{D378DDBA-9C27-44E6-9756-2AD7F644640C}">
      <dsp:nvSpPr>
        <dsp:cNvPr id="0" name=""/>
        <dsp:cNvSpPr/>
      </dsp:nvSpPr>
      <dsp:spPr>
        <a:xfrm>
          <a:off x="131492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Day book</a:t>
          </a:r>
        </a:p>
      </dsp:txBody>
      <dsp:txXfrm>
        <a:off x="1314920" y="1219189"/>
        <a:ext cx="1195381" cy="717229"/>
      </dsp:txXfrm>
    </dsp:sp>
    <dsp:sp modelId="{80DF5466-65C6-43B5-9F05-90FE20630ED0}">
      <dsp:nvSpPr>
        <dsp:cNvPr id="0" name=""/>
        <dsp:cNvSpPr/>
      </dsp:nvSpPr>
      <dsp:spPr>
        <a:xfrm>
          <a:off x="262984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Cash/Bank book</a:t>
          </a:r>
        </a:p>
      </dsp:txBody>
      <dsp:txXfrm>
        <a:off x="2629840" y="1219189"/>
        <a:ext cx="1195381" cy="717229"/>
      </dsp:txXfrm>
    </dsp:sp>
    <dsp:sp modelId="{CB8A6668-214A-4E3A-AFEB-2E5DA05CFE93}">
      <dsp:nvSpPr>
        <dsp:cNvPr id="0" name=""/>
        <dsp:cNvSpPr/>
      </dsp:nvSpPr>
      <dsp:spPr>
        <a:xfrm>
          <a:off x="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Trial balance</a:t>
          </a:r>
        </a:p>
      </dsp:txBody>
      <dsp:txXfrm>
        <a:off x="0" y="2055957"/>
        <a:ext cx="1195381" cy="717229"/>
      </dsp:txXfrm>
    </dsp:sp>
    <dsp:sp modelId="{ACBE2ADE-068E-4561-98A1-3212887EB073}">
      <dsp:nvSpPr>
        <dsp:cNvPr id="0" name=""/>
        <dsp:cNvSpPr/>
      </dsp:nvSpPr>
      <dsp:spPr>
        <a:xfrm>
          <a:off x="131492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P&amp;L statement</a:t>
          </a:r>
        </a:p>
      </dsp:txBody>
      <dsp:txXfrm>
        <a:off x="1314920" y="2055957"/>
        <a:ext cx="1195381" cy="717229"/>
      </dsp:txXfrm>
    </dsp:sp>
    <dsp:sp modelId="{8DC1FC28-593C-4CEE-8DE1-305063A5EDB8}">
      <dsp:nvSpPr>
        <dsp:cNvPr id="0" name=""/>
        <dsp:cNvSpPr/>
      </dsp:nvSpPr>
      <dsp:spPr>
        <a:xfrm>
          <a:off x="262984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Balance sheet</a:t>
          </a:r>
        </a:p>
      </dsp:txBody>
      <dsp:txXfrm>
        <a:off x="2629840" y="2055957"/>
        <a:ext cx="1195381" cy="71722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EAD93-565D-4978-A67B-8270A64D6418}">
      <dsp:nvSpPr>
        <dsp:cNvPr id="0" name=""/>
        <dsp:cNvSpPr/>
      </dsp:nvSpPr>
      <dsp:spPr>
        <a:xfrm>
          <a:off x="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Java based</a:t>
          </a:r>
        </a:p>
      </dsp:txBody>
      <dsp:txXfrm>
        <a:off x="0" y="382422"/>
        <a:ext cx="1195381" cy="717229"/>
      </dsp:txXfrm>
    </dsp:sp>
    <dsp:sp modelId="{E058AAA7-F41D-4150-BC1E-4D7BA252D268}">
      <dsp:nvSpPr>
        <dsp:cNvPr id="0" name=""/>
        <dsp:cNvSpPr/>
      </dsp:nvSpPr>
      <dsp:spPr>
        <a:xfrm>
          <a:off x="131492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MSSQL reliable</a:t>
          </a:r>
        </a:p>
      </dsp:txBody>
      <dsp:txXfrm>
        <a:off x="1314920" y="382422"/>
        <a:ext cx="1195381" cy="717229"/>
      </dsp:txXfrm>
    </dsp:sp>
    <dsp:sp modelId="{4C95EF92-3ED8-4DF1-861D-475E9CD9AD5A}">
      <dsp:nvSpPr>
        <dsp:cNvPr id="0" name=""/>
        <dsp:cNvSpPr/>
      </dsp:nvSpPr>
      <dsp:spPr>
        <a:xfrm>
          <a:off x="262984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High availability</a:t>
          </a:r>
        </a:p>
      </dsp:txBody>
      <dsp:txXfrm>
        <a:off x="2629840" y="382422"/>
        <a:ext cx="1195381" cy="717229"/>
      </dsp:txXfrm>
    </dsp:sp>
    <dsp:sp modelId="{4BECE5B6-7F54-449F-AE89-C0F280D714E1}">
      <dsp:nvSpPr>
        <dsp:cNvPr id="0" name=""/>
        <dsp:cNvSpPr/>
      </dsp:nvSpPr>
      <dsp:spPr>
        <a:xfrm>
          <a:off x="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Scalable system</a:t>
          </a:r>
        </a:p>
      </dsp:txBody>
      <dsp:txXfrm>
        <a:off x="0" y="1219189"/>
        <a:ext cx="1195381" cy="717229"/>
      </dsp:txXfrm>
    </dsp:sp>
    <dsp:sp modelId="{AD9C1C7F-2236-430A-A7EE-DE6E4CF93F25}">
      <dsp:nvSpPr>
        <dsp:cNvPr id="0" name=""/>
        <dsp:cNvSpPr/>
      </dsp:nvSpPr>
      <dsp:spPr>
        <a:xfrm>
          <a:off x="131492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backup</a:t>
          </a:r>
        </a:p>
      </dsp:txBody>
      <dsp:txXfrm>
        <a:off x="1314920" y="1219189"/>
        <a:ext cx="1195381" cy="717229"/>
      </dsp:txXfrm>
    </dsp:sp>
    <dsp:sp modelId="{C9FB24D0-7083-4F23-89E1-BCDE27C09F4C}">
      <dsp:nvSpPr>
        <dsp:cNvPr id="0" name=""/>
        <dsp:cNvSpPr/>
      </dsp:nvSpPr>
      <dsp:spPr>
        <a:xfrm>
          <a:off x="262984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Disaster recovery</a:t>
          </a:r>
        </a:p>
      </dsp:txBody>
      <dsp:txXfrm>
        <a:off x="2629840" y="1219189"/>
        <a:ext cx="1195381" cy="717229"/>
      </dsp:txXfrm>
    </dsp:sp>
    <dsp:sp modelId="{B98F8F8A-EBF3-4F84-B770-C61BD02781A8}">
      <dsp:nvSpPr>
        <dsp:cNvPr id="0" name=""/>
        <dsp:cNvSpPr/>
      </dsp:nvSpPr>
      <dsp:spPr>
        <a:xfrm>
          <a:off x="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Multi-organization</a:t>
          </a:r>
        </a:p>
      </dsp:txBody>
      <dsp:txXfrm>
        <a:off x="0" y="2055957"/>
        <a:ext cx="1195381" cy="717229"/>
      </dsp:txXfrm>
    </dsp:sp>
    <dsp:sp modelId="{5B933113-DE42-4075-937C-D7DEA71B4D2C}">
      <dsp:nvSpPr>
        <dsp:cNvPr id="0" name=""/>
        <dsp:cNvSpPr/>
      </dsp:nvSpPr>
      <dsp:spPr>
        <a:xfrm>
          <a:off x="131492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User friendly</a:t>
          </a:r>
        </a:p>
      </dsp:txBody>
      <dsp:txXfrm>
        <a:off x="1314920" y="2055957"/>
        <a:ext cx="1195381" cy="717229"/>
      </dsp:txXfrm>
    </dsp:sp>
    <dsp:sp modelId="{4D6E63BB-C71B-4358-B545-AF03137D6505}">
      <dsp:nvSpPr>
        <dsp:cNvPr id="0" name=""/>
        <dsp:cNvSpPr/>
      </dsp:nvSpPr>
      <dsp:spPr>
        <a:xfrm>
          <a:off x="262984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Server Monitoring</a:t>
          </a:r>
        </a:p>
      </dsp:txBody>
      <dsp:txXfrm>
        <a:off x="2629840" y="2055957"/>
        <a:ext cx="1195381" cy="71722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F9773-F464-4CA6-84C3-0F79C0D41656}">
      <dsp:nvSpPr>
        <dsp:cNvPr id="0" name=""/>
        <dsp:cNvSpPr/>
      </dsp:nvSpPr>
      <dsp:spPr>
        <a:xfrm>
          <a:off x="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Ledger, Cash/Bank Book</a:t>
          </a:r>
        </a:p>
      </dsp:txBody>
      <dsp:txXfrm>
        <a:off x="0" y="382422"/>
        <a:ext cx="1195381" cy="717229"/>
      </dsp:txXfrm>
    </dsp:sp>
    <dsp:sp modelId="{BDEEEC0F-BFB0-4A5A-9C77-DDBE61B4D608}">
      <dsp:nvSpPr>
        <dsp:cNvPr id="0" name=""/>
        <dsp:cNvSpPr/>
      </dsp:nvSpPr>
      <dsp:spPr>
        <a:xfrm>
          <a:off x="131492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Balance Sheet, Trial Balance</a:t>
          </a:r>
        </a:p>
      </dsp:txBody>
      <dsp:txXfrm>
        <a:off x="1314920" y="382422"/>
        <a:ext cx="1195381" cy="717229"/>
      </dsp:txXfrm>
    </dsp:sp>
    <dsp:sp modelId="{32E559A9-B89B-403E-93C4-F7D84B1A60B9}">
      <dsp:nvSpPr>
        <dsp:cNvPr id="0" name=""/>
        <dsp:cNvSpPr/>
      </dsp:nvSpPr>
      <dsp:spPr>
        <a:xfrm>
          <a:off x="262984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Profit &amp; Loss</a:t>
          </a:r>
        </a:p>
      </dsp:txBody>
      <dsp:txXfrm>
        <a:off x="2629840" y="382422"/>
        <a:ext cx="1195381" cy="717229"/>
      </dsp:txXfrm>
    </dsp:sp>
    <dsp:sp modelId="{498E03B4-F6C0-48C8-A6D6-A6832E806D33}">
      <dsp:nvSpPr>
        <dsp:cNvPr id="0" name=""/>
        <dsp:cNvSpPr/>
      </dsp:nvSpPr>
      <dsp:spPr>
        <a:xfrm>
          <a:off x="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Inventory Valuation Report</a:t>
          </a:r>
        </a:p>
      </dsp:txBody>
      <dsp:txXfrm>
        <a:off x="0" y="1219189"/>
        <a:ext cx="1195381" cy="717229"/>
      </dsp:txXfrm>
    </dsp:sp>
    <dsp:sp modelId="{8BF9D570-F446-4654-B804-C3A68C3F0C4E}">
      <dsp:nvSpPr>
        <dsp:cNvPr id="0" name=""/>
        <dsp:cNvSpPr/>
      </dsp:nvSpPr>
      <dsp:spPr>
        <a:xfrm>
          <a:off x="131492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Invoice profit/loss</a:t>
          </a:r>
        </a:p>
      </dsp:txBody>
      <dsp:txXfrm>
        <a:off x="1314920" y="1219189"/>
        <a:ext cx="1195381" cy="717229"/>
      </dsp:txXfrm>
    </dsp:sp>
    <dsp:sp modelId="{BA6AC420-C471-4D8C-829A-8BE2E783F1A2}">
      <dsp:nvSpPr>
        <dsp:cNvPr id="0" name=""/>
        <dsp:cNvSpPr/>
      </dsp:nvSpPr>
      <dsp:spPr>
        <a:xfrm>
          <a:off x="262984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KPI dashboards</a:t>
          </a:r>
        </a:p>
      </dsp:txBody>
      <dsp:txXfrm>
        <a:off x="2629840" y="1219189"/>
        <a:ext cx="1195381" cy="717229"/>
      </dsp:txXfrm>
    </dsp:sp>
    <dsp:sp modelId="{AD501B56-00D2-441E-A3BD-2829764E18D9}">
      <dsp:nvSpPr>
        <dsp:cNvPr id="0" name=""/>
        <dsp:cNvSpPr/>
      </dsp:nvSpPr>
      <dsp:spPr>
        <a:xfrm>
          <a:off x="65746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System audit</a:t>
          </a:r>
        </a:p>
      </dsp:txBody>
      <dsp:txXfrm>
        <a:off x="657460" y="2055957"/>
        <a:ext cx="1195381" cy="717229"/>
      </dsp:txXfrm>
    </dsp:sp>
    <dsp:sp modelId="{E0715071-85FD-4448-A1EF-E6CE2747C4F2}">
      <dsp:nvSpPr>
        <dsp:cNvPr id="0" name=""/>
        <dsp:cNvSpPr/>
      </dsp:nvSpPr>
      <dsp:spPr>
        <a:xfrm>
          <a:off x="197238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MIS Reports</a:t>
          </a:r>
          <a:endParaRPr lang="en-US" sz="1500" kern="1200" dirty="0"/>
        </a:p>
      </dsp:txBody>
      <dsp:txXfrm>
        <a:off x="1972380" y="2055957"/>
        <a:ext cx="1195381" cy="71722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4B05DB-AC07-4904-8050-C1B468D38C91}">
      <dsp:nvSpPr>
        <dsp:cNvPr id="0" name=""/>
        <dsp:cNvSpPr/>
      </dsp:nvSpPr>
      <dsp:spPr>
        <a:xfrm>
          <a:off x="0" y="0"/>
          <a:ext cx="9326862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32999-24B4-4D08-9DA9-1BCD69C773CB}">
      <dsp:nvSpPr>
        <dsp:cNvPr id="0" name=""/>
        <dsp:cNvSpPr/>
      </dsp:nvSpPr>
      <dsp:spPr>
        <a:xfrm>
          <a:off x="0" y="0"/>
          <a:ext cx="1865372" cy="1354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bg1">
                  <a:lumMod val="95000"/>
                  <a:lumOff val="5000"/>
                </a:schemeClr>
              </a:solidFill>
            </a:rPr>
            <a:t>Case Study</a:t>
          </a:r>
        </a:p>
      </dsp:txBody>
      <dsp:txXfrm>
        <a:off x="0" y="0"/>
        <a:ext cx="1865372" cy="1354666"/>
      </dsp:txXfrm>
    </dsp:sp>
    <dsp:sp modelId="{C6ABCDEB-A2BD-4A6C-844D-6890A255DCE5}">
      <dsp:nvSpPr>
        <dsp:cNvPr id="0" name=""/>
        <dsp:cNvSpPr/>
      </dsp:nvSpPr>
      <dsp:spPr>
        <a:xfrm>
          <a:off x="2005275" y="21166"/>
          <a:ext cx="7321586" cy="423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>
                  <a:lumMod val="95000"/>
                  <a:lumOff val="5000"/>
                </a:schemeClr>
              </a:solidFill>
            </a:rPr>
            <a:t>Collection efficiency </a:t>
          </a:r>
          <a:r>
            <a:rPr lang="en-US" sz="2000" b="1" kern="1200" dirty="0">
              <a:solidFill>
                <a:schemeClr val="bg1">
                  <a:lumMod val="95000"/>
                  <a:lumOff val="5000"/>
                </a:schemeClr>
              </a:solidFill>
            </a:rPr>
            <a:t>↑ 20%</a:t>
          </a:r>
        </a:p>
      </dsp:txBody>
      <dsp:txXfrm>
        <a:off x="2005275" y="21166"/>
        <a:ext cx="7321586" cy="423333"/>
      </dsp:txXfrm>
    </dsp:sp>
    <dsp:sp modelId="{6DF2D4F6-67A7-4585-B00E-016BD5CC58F6}">
      <dsp:nvSpPr>
        <dsp:cNvPr id="0" name=""/>
        <dsp:cNvSpPr/>
      </dsp:nvSpPr>
      <dsp:spPr>
        <a:xfrm>
          <a:off x="1865372" y="444499"/>
          <a:ext cx="746148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05F68-F056-4531-A06F-3F4EF5DA625D}">
      <dsp:nvSpPr>
        <dsp:cNvPr id="0" name=""/>
        <dsp:cNvSpPr/>
      </dsp:nvSpPr>
      <dsp:spPr>
        <a:xfrm>
          <a:off x="2005275" y="465666"/>
          <a:ext cx="7321586" cy="423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>
                  <a:lumMod val="95000"/>
                  <a:lumOff val="5000"/>
                </a:schemeClr>
              </a:solidFill>
            </a:rPr>
            <a:t>Stock mismatch </a:t>
          </a:r>
          <a:r>
            <a:rPr lang="en-US" sz="2000" b="1" kern="1200" dirty="0">
              <a:solidFill>
                <a:schemeClr val="bg1">
                  <a:lumMod val="95000"/>
                  <a:lumOff val="5000"/>
                </a:schemeClr>
              </a:solidFill>
            </a:rPr>
            <a:t>↓ 30%</a:t>
          </a:r>
        </a:p>
      </dsp:txBody>
      <dsp:txXfrm>
        <a:off x="2005275" y="465666"/>
        <a:ext cx="7321586" cy="423333"/>
      </dsp:txXfrm>
    </dsp:sp>
    <dsp:sp modelId="{E83148C7-5E21-4C6D-9967-E00186F704C7}">
      <dsp:nvSpPr>
        <dsp:cNvPr id="0" name=""/>
        <dsp:cNvSpPr/>
      </dsp:nvSpPr>
      <dsp:spPr>
        <a:xfrm>
          <a:off x="1865372" y="888999"/>
          <a:ext cx="746148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C69A5-157E-40AE-9863-77A0FC954C47}">
      <dsp:nvSpPr>
        <dsp:cNvPr id="0" name=""/>
        <dsp:cNvSpPr/>
      </dsp:nvSpPr>
      <dsp:spPr>
        <a:xfrm>
          <a:off x="2005275" y="910166"/>
          <a:ext cx="7321586" cy="4233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1">
                  <a:lumMod val="95000"/>
                  <a:lumOff val="5000"/>
                </a:schemeClr>
              </a:solidFill>
            </a:rPr>
            <a:t>Decision-making time reduced from </a:t>
          </a:r>
          <a:r>
            <a:rPr lang="en-US" sz="2000" b="1" kern="1200" dirty="0">
              <a:solidFill>
                <a:schemeClr val="bg1">
                  <a:lumMod val="95000"/>
                  <a:lumOff val="5000"/>
                </a:schemeClr>
              </a:solidFill>
            </a:rPr>
            <a:t>weeks → hours</a:t>
          </a:r>
        </a:p>
      </dsp:txBody>
      <dsp:txXfrm>
        <a:off x="2005275" y="910166"/>
        <a:ext cx="7321586" cy="423333"/>
      </dsp:txXfrm>
    </dsp:sp>
    <dsp:sp modelId="{32B95E4F-CF5F-473A-AB96-9D9D93245846}">
      <dsp:nvSpPr>
        <dsp:cNvPr id="0" name=""/>
        <dsp:cNvSpPr/>
      </dsp:nvSpPr>
      <dsp:spPr>
        <a:xfrm>
          <a:off x="1865372" y="1333499"/>
          <a:ext cx="7461489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EAD93-565D-4978-A67B-8270A64D6418}">
      <dsp:nvSpPr>
        <dsp:cNvPr id="0" name=""/>
        <dsp:cNvSpPr/>
      </dsp:nvSpPr>
      <dsp:spPr>
        <a:xfrm>
          <a:off x="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One system</a:t>
          </a:r>
        </a:p>
      </dsp:txBody>
      <dsp:txXfrm>
        <a:off x="0" y="382422"/>
        <a:ext cx="1195381" cy="717229"/>
      </dsp:txXfrm>
    </dsp:sp>
    <dsp:sp modelId="{C26E6172-841E-4A79-BA08-711FED899A5A}">
      <dsp:nvSpPr>
        <dsp:cNvPr id="0" name=""/>
        <dsp:cNvSpPr/>
      </dsp:nvSpPr>
      <dsp:spPr>
        <a:xfrm>
          <a:off x="131492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Unified view</a:t>
          </a:r>
        </a:p>
      </dsp:txBody>
      <dsp:txXfrm>
        <a:off x="1314920" y="382422"/>
        <a:ext cx="1195381" cy="717229"/>
      </dsp:txXfrm>
    </dsp:sp>
    <dsp:sp modelId="{6E2E0870-86F7-497C-AE66-5CD2F0556389}">
      <dsp:nvSpPr>
        <dsp:cNvPr id="0" name=""/>
        <dsp:cNvSpPr/>
      </dsp:nvSpPr>
      <dsp:spPr>
        <a:xfrm>
          <a:off x="262984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Real-time reports</a:t>
          </a:r>
        </a:p>
      </dsp:txBody>
      <dsp:txXfrm>
        <a:off x="2629840" y="382422"/>
        <a:ext cx="1195381" cy="717229"/>
      </dsp:txXfrm>
    </dsp:sp>
    <dsp:sp modelId="{D38B2E74-1A12-4B42-89AA-F0BA3020DB24}">
      <dsp:nvSpPr>
        <dsp:cNvPr id="0" name=""/>
        <dsp:cNvSpPr/>
      </dsp:nvSpPr>
      <dsp:spPr>
        <a:xfrm>
          <a:off x="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Faster decisions</a:t>
          </a:r>
        </a:p>
      </dsp:txBody>
      <dsp:txXfrm>
        <a:off x="0" y="1219189"/>
        <a:ext cx="1195381" cy="717229"/>
      </dsp:txXfrm>
    </dsp:sp>
    <dsp:sp modelId="{CE4A3B6E-D967-4BD2-BA09-B89BB690A7CB}">
      <dsp:nvSpPr>
        <dsp:cNvPr id="0" name=""/>
        <dsp:cNvSpPr/>
      </dsp:nvSpPr>
      <dsp:spPr>
        <a:xfrm>
          <a:off x="131492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Reduce leakage</a:t>
          </a:r>
        </a:p>
      </dsp:txBody>
      <dsp:txXfrm>
        <a:off x="1314920" y="1219189"/>
        <a:ext cx="1195381" cy="717229"/>
      </dsp:txXfrm>
    </dsp:sp>
    <dsp:sp modelId="{68E474C6-2435-43DE-801E-128C88D51FEE}">
      <dsp:nvSpPr>
        <dsp:cNvPr id="0" name=""/>
        <dsp:cNvSpPr/>
      </dsp:nvSpPr>
      <dsp:spPr>
        <a:xfrm>
          <a:off x="262984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Improve collection</a:t>
          </a:r>
        </a:p>
      </dsp:txBody>
      <dsp:txXfrm>
        <a:off x="2629840" y="1219189"/>
        <a:ext cx="1195381" cy="717229"/>
      </dsp:txXfrm>
    </dsp:sp>
    <dsp:sp modelId="{37EF853D-29A5-4661-99E5-7C4AACB93E01}">
      <dsp:nvSpPr>
        <dsp:cNvPr id="0" name=""/>
        <dsp:cNvSpPr/>
      </dsp:nvSpPr>
      <dsp:spPr>
        <a:xfrm>
          <a:off x="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Scale easily</a:t>
          </a:r>
        </a:p>
      </dsp:txBody>
      <dsp:txXfrm>
        <a:off x="0" y="2055957"/>
        <a:ext cx="1195381" cy="717229"/>
      </dsp:txXfrm>
    </dsp:sp>
    <dsp:sp modelId="{0BC91227-01BC-47CD-9357-3A9144B846E8}">
      <dsp:nvSpPr>
        <dsp:cNvPr id="0" name=""/>
        <dsp:cNvSpPr/>
      </dsp:nvSpPr>
      <dsp:spPr>
        <a:xfrm>
          <a:off x="131492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Proven success</a:t>
          </a:r>
        </a:p>
      </dsp:txBody>
      <dsp:txXfrm>
        <a:off x="1314920" y="2055957"/>
        <a:ext cx="1195381" cy="717229"/>
      </dsp:txXfrm>
    </dsp:sp>
    <dsp:sp modelId="{970EBD6A-8551-4D86-9B0C-68F195D6CD79}">
      <dsp:nvSpPr>
        <dsp:cNvPr id="0" name=""/>
        <dsp:cNvSpPr/>
      </dsp:nvSpPr>
      <dsp:spPr>
        <a:xfrm>
          <a:off x="262984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Let’s begin</a:t>
          </a:r>
        </a:p>
      </dsp:txBody>
      <dsp:txXfrm>
        <a:off x="2629840" y="2055957"/>
        <a:ext cx="1195381" cy="71722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EAD93-565D-4978-A67B-8270A64D6418}">
      <dsp:nvSpPr>
        <dsp:cNvPr id="0" name=""/>
        <dsp:cNvSpPr/>
      </dsp:nvSpPr>
      <dsp:spPr>
        <a:xfrm>
          <a:off x="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Pilot start</a:t>
          </a:r>
        </a:p>
      </dsp:txBody>
      <dsp:txXfrm>
        <a:off x="0" y="382422"/>
        <a:ext cx="1195381" cy="717229"/>
      </dsp:txXfrm>
    </dsp:sp>
    <dsp:sp modelId="{8C2B477F-A834-4810-B30E-B79BB1D480E5}">
      <dsp:nvSpPr>
        <dsp:cNvPr id="0" name=""/>
        <dsp:cNvSpPr/>
      </dsp:nvSpPr>
      <dsp:spPr>
        <a:xfrm>
          <a:off x="131492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Gradual rollout</a:t>
          </a:r>
        </a:p>
      </dsp:txBody>
      <dsp:txXfrm>
        <a:off x="1314920" y="382422"/>
        <a:ext cx="1195381" cy="717229"/>
      </dsp:txXfrm>
    </dsp:sp>
    <dsp:sp modelId="{6848CF3F-5F3F-411B-BE99-92D35DB2ECDF}">
      <dsp:nvSpPr>
        <dsp:cNvPr id="0" name=""/>
        <dsp:cNvSpPr/>
      </dsp:nvSpPr>
      <dsp:spPr>
        <a:xfrm>
          <a:off x="2629840" y="382422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migration</a:t>
          </a:r>
        </a:p>
      </dsp:txBody>
      <dsp:txXfrm>
        <a:off x="2629840" y="382422"/>
        <a:ext cx="1195381" cy="717229"/>
      </dsp:txXfrm>
    </dsp:sp>
    <dsp:sp modelId="{BAC15568-7292-4835-A102-A9126A121E37}">
      <dsp:nvSpPr>
        <dsp:cNvPr id="0" name=""/>
        <dsp:cNvSpPr/>
      </dsp:nvSpPr>
      <dsp:spPr>
        <a:xfrm>
          <a:off x="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Training</a:t>
          </a:r>
        </a:p>
      </dsp:txBody>
      <dsp:txXfrm>
        <a:off x="0" y="1219189"/>
        <a:ext cx="1195381" cy="717229"/>
      </dsp:txXfrm>
    </dsp:sp>
    <dsp:sp modelId="{732D0218-F961-4E6C-BF53-DFE3D36D7EAC}">
      <dsp:nvSpPr>
        <dsp:cNvPr id="0" name=""/>
        <dsp:cNvSpPr/>
      </dsp:nvSpPr>
      <dsp:spPr>
        <a:xfrm>
          <a:off x="131492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Manuals</a:t>
          </a:r>
        </a:p>
      </dsp:txBody>
      <dsp:txXfrm>
        <a:off x="1314920" y="1219189"/>
        <a:ext cx="1195381" cy="717229"/>
      </dsp:txXfrm>
    </dsp:sp>
    <dsp:sp modelId="{CF391829-20E7-404A-BE33-9A5DB1D8ADF5}">
      <dsp:nvSpPr>
        <dsp:cNvPr id="0" name=""/>
        <dsp:cNvSpPr/>
      </dsp:nvSpPr>
      <dsp:spPr>
        <a:xfrm>
          <a:off x="2629840" y="1219189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Local support</a:t>
          </a:r>
        </a:p>
      </dsp:txBody>
      <dsp:txXfrm>
        <a:off x="2629840" y="1219189"/>
        <a:ext cx="1195381" cy="717229"/>
      </dsp:txXfrm>
    </dsp:sp>
    <dsp:sp modelId="{6CAFC993-77F1-497C-AC25-2C6136743026}">
      <dsp:nvSpPr>
        <dsp:cNvPr id="0" name=""/>
        <dsp:cNvSpPr/>
      </dsp:nvSpPr>
      <dsp:spPr>
        <a:xfrm>
          <a:off x="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Remote support</a:t>
          </a:r>
        </a:p>
      </dsp:txBody>
      <dsp:txXfrm>
        <a:off x="0" y="2055957"/>
        <a:ext cx="1195381" cy="717229"/>
      </dsp:txXfrm>
    </dsp:sp>
    <dsp:sp modelId="{53C031F3-8D5A-429D-AB52-1DCDB5FF031C}">
      <dsp:nvSpPr>
        <dsp:cNvPr id="0" name=""/>
        <dsp:cNvSpPr/>
      </dsp:nvSpPr>
      <dsp:spPr>
        <a:xfrm>
          <a:off x="131492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Customization</a:t>
          </a:r>
        </a:p>
      </dsp:txBody>
      <dsp:txXfrm>
        <a:off x="1314920" y="2055957"/>
        <a:ext cx="1195381" cy="717229"/>
      </dsp:txXfrm>
    </dsp:sp>
    <dsp:sp modelId="{B4CC2461-A219-411D-8723-18636010F0E1}">
      <dsp:nvSpPr>
        <dsp:cNvPr id="0" name=""/>
        <dsp:cNvSpPr/>
      </dsp:nvSpPr>
      <dsp:spPr>
        <a:xfrm>
          <a:off x="2629840" y="2055957"/>
          <a:ext cx="1195381" cy="71722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Smooth transition</a:t>
          </a:r>
        </a:p>
      </dsp:txBody>
      <dsp:txXfrm>
        <a:off x="2629840" y="2055957"/>
        <a:ext cx="1195381" cy="717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16-Jul-26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16-Jul-26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9CDC-C56C-D0F1-B763-7D7203AF5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458100-0C42-7D3D-590E-417A2F6B5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5C4E5-8663-0AF7-9217-C0A04E850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EFEC1-01D3-49C8-F8DC-CCAC16538E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72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76E0C-C5D5-410A-DAB1-7841A8CE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186294-C59C-14F6-88B2-BC9F256CA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17701-5258-0145-3E2F-DB3C0A237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9005D-D4F9-28E1-6836-2DFAA2C55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2943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1D850-BDC4-703F-5567-84FEDCE9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6542B-D786-BC99-4097-BC4073FF1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251A3D-AA32-FE11-1CE8-C1FDAAFE7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21F9B-8941-1532-3838-A4185D6E1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2975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B081-EAC6-3193-DB3A-1F255F678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5479D-6DB9-2568-657B-4F43C4A24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DF58C-676B-7449-50EB-BCDFE2397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FB29F9-927E-873F-F265-8FB1A4A7D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32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E04AD-FB76-6BC2-FA3B-3C3C45966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21F98-061E-9A70-2DEF-EA9EA2EF94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ACB8F-5215-DA73-B5FF-0A48F2022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228B3-27BA-93C7-56B3-FD8C4A3A7F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180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C013C-DA2B-F793-535D-FFF8873D8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28FEB-BFAF-C40A-4C2F-07655A4AC0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4B269-C7E2-1210-5487-B68B9459D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04A77-236D-903A-CC81-390A69932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80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3A5A3-405F-3E4A-1397-35CE7257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1CED8C-84B1-1031-B6A2-32B3F6CBE7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A27FB-13E8-F951-D612-28BC4CF113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548704-2B13-4752-8125-E2F5D0714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989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1CEA3-0537-4E8A-EFBC-F8D240C4E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9277BC-17DC-22D3-73C6-746C3AB52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6A4A-5EF5-3CEC-1B98-80F141EC0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F621E-36F7-B75E-72DB-1B06FA7A60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247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0DF2A-B506-1A00-FCA7-E996C056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A092C-5CF4-11CF-470C-E92B4E5AE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0773AC-D96F-4FF2-81D4-4279BE105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C39DD-BE44-D4D5-10DF-FF2532044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222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11" Type="http://schemas.openxmlformats.org/officeDocument/2006/relationships/diagramColors" Target="../diagrams/colors5.xml"/><Relationship Id="rId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5.xml"/><Relationship Id="rId4" Type="http://schemas.openxmlformats.org/officeDocument/2006/relationships/diagramLayout" Target="../diagrams/layout4.xml"/><Relationship Id="rId9" Type="http://schemas.openxmlformats.org/officeDocument/2006/relationships/diagramLayout" Target="../diagrams/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microsoft.com/office/2007/relationships/diagramDrawing" Target="../diagrams/drawing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11" Type="http://schemas.openxmlformats.org/officeDocument/2006/relationships/diagramColors" Target="../diagrams/colors7.xml"/><Relationship Id="rId5" Type="http://schemas.openxmlformats.org/officeDocument/2006/relationships/diagramQuickStyle" Target="../diagrams/quickStyle6.xml"/><Relationship Id="rId10" Type="http://schemas.openxmlformats.org/officeDocument/2006/relationships/diagramQuickStyle" Target="../diagrams/quickStyle7.xml"/><Relationship Id="rId4" Type="http://schemas.openxmlformats.org/officeDocument/2006/relationships/diagramLayout" Target="../diagrams/layout6.xml"/><Relationship Id="rId9" Type="http://schemas.openxmlformats.org/officeDocument/2006/relationships/diagramLayout" Target="../diagrams/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vert="horz" lIns="0" tIns="0" rIns="0" bIns="0" rtlCol="0" anchor="b">
            <a:normAutofit/>
          </a:bodyPr>
          <a:lstStyle/>
          <a:p>
            <a:r>
              <a:rPr lang="en-US" sz="4700" b="0" i="0" kern="1200" spc="100" baseline="0" dirty="0">
                <a:latin typeface="+mj-lt"/>
                <a:ea typeface="+mj-ea"/>
                <a:cs typeface="+mj-cs"/>
              </a:rPr>
              <a:t>ERP Solution for Trading &amp; Manufacturing Groups</a:t>
            </a:r>
          </a:p>
        </p:txBody>
      </p:sp>
      <p:pic>
        <p:nvPicPr>
          <p:cNvPr id="4" name="Picture 4" descr="What is ERP? | Enterprise Resource Planning - Synconics">
            <a:extLst>
              <a:ext uri="{FF2B5EF4-FFF2-40B4-BE49-F238E27FC236}">
                <a16:creationId xmlns:a16="http://schemas.microsoft.com/office/drawing/2014/main" id="{B36F1833-CC0F-01EB-CCA6-57A1652C4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25600" y="1817254"/>
            <a:ext cx="3657600" cy="36576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64E32D9D-EA10-7278-5D97-24B91BD8B7BD}"/>
              </a:ext>
            </a:extLst>
          </p:cNvPr>
          <p:cNvSpPr txBox="1">
            <a:spLocks/>
          </p:cNvSpPr>
          <p:nvPr/>
        </p:nvSpPr>
        <p:spPr>
          <a:xfrm>
            <a:off x="6299835" y="4568602"/>
            <a:ext cx="5486400" cy="16459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i="0" kern="1200" spc="-1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“One platform to manage your entire business!”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b="0" dirty="0"/>
              <a:t>Agenda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71DA0C3-9BD0-84F0-BE39-266019A6E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3512615"/>
              </p:ext>
            </p:extLst>
          </p:nvPr>
        </p:nvGraphicFramePr>
        <p:xfrm>
          <a:off x="355689" y="2237489"/>
          <a:ext cx="7835811" cy="4201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4" descr="Meeting agenda icons - 116 Free Meeting agenda icons | Download PNG &amp; SVG">
            <a:extLst>
              <a:ext uri="{FF2B5EF4-FFF2-40B4-BE49-F238E27FC236}">
                <a16:creationId xmlns:a16="http://schemas.microsoft.com/office/drawing/2014/main" id="{DDC16CBA-E61D-5438-8BBD-7C1FA7030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4" r="8336"/>
          <a:stretch/>
        </p:blipFill>
        <p:spPr bwMode="auto">
          <a:xfrm>
            <a:off x="8531951" y="3755640"/>
            <a:ext cx="3160468" cy="2683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sz="3000" b="0" dirty="0">
                <a:solidFill>
                  <a:schemeClr val="tx2">
                    <a:lumMod val="50000"/>
                  </a:schemeClr>
                </a:solidFill>
              </a:rPr>
              <a:t>Introduction</a:t>
            </a:r>
            <a:br>
              <a:rPr lang="en-US" b="0" dirty="0"/>
            </a:br>
            <a:r>
              <a:rPr lang="en-US" b="0" dirty="0"/>
              <a:t>Understanding Your Business Challenges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18268" y="2348693"/>
            <a:ext cx="4449831" cy="3700462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Multi-branch manufacturing and sales create complexity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Difficulty tracking purchase, sales, inventory, profit-loss in real-time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Manual reporting slows decision-making and increases errors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ERP can unify all operations under one platform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C30534B-759D-0FBE-7DA9-8648ADB56F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9644575"/>
              </p:ext>
            </p:extLst>
          </p:nvPr>
        </p:nvGraphicFramePr>
        <p:xfrm>
          <a:off x="1684642" y="2348693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28D6A-3AD5-FA63-CAE7-585DA5D32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A09F-5F22-A2FD-A1F1-CBE5D9208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sz="3000" b="0" dirty="0">
                <a:solidFill>
                  <a:schemeClr val="tx2">
                    <a:lumMod val="50000"/>
                  </a:schemeClr>
                </a:solidFill>
              </a:rPr>
              <a:t>ERP Overview</a:t>
            </a:r>
            <a:br>
              <a:rPr lang="en-US" b="0" dirty="0"/>
            </a:br>
            <a:r>
              <a:rPr lang="en-US" b="0" dirty="0"/>
              <a:t>Our ERP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CD933-9B91-BB73-8E06-BE97FD2B2BD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1" y="2339250"/>
            <a:ext cx="4449830" cy="4084039"/>
          </a:xfrm>
        </p:spPr>
        <p:txBody>
          <a:bodyPr vert="horz" lIns="0" tIns="45720" rIns="0" bIns="0" rtlCol="0"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One platform </a:t>
            </a:r>
            <a:r>
              <a:rPr lang="en-US" dirty="0"/>
              <a:t>to manage Sales, Inventory, Accounts, Procurement, and Manufacturing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Real-time</a:t>
            </a:r>
            <a:r>
              <a:rPr lang="en-US" dirty="0"/>
              <a:t> visibility across branches and depots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Multi-company, multi-department support &amp; </a:t>
            </a:r>
            <a:r>
              <a:rPr lang="en-US" b="1" dirty="0"/>
              <a:t>150+ reports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Device-</a:t>
            </a:r>
            <a:r>
              <a:rPr lang="en-US" b="1" dirty="0"/>
              <a:t>responsive</a:t>
            </a:r>
            <a:r>
              <a:rPr lang="en-US" dirty="0"/>
              <a:t>: access from PC, tablet, or mobile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Proven for manufacturing groups for </a:t>
            </a:r>
            <a:r>
              <a:rPr lang="en-US" b="1" dirty="0"/>
              <a:t>3+ years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5FF0B00-962F-49DC-7C13-DF1D1907A3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5116287"/>
              </p:ext>
            </p:extLst>
          </p:nvPr>
        </p:nvGraphicFramePr>
        <p:xfrm>
          <a:off x="5483542" y="2146644"/>
          <a:ext cx="5134282" cy="4084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963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BDDAE-6BE4-D870-0BA7-503EF3B2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145A2F-ABDE-1529-9E2B-E579E2F7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sz="3000" b="0" dirty="0">
                <a:solidFill>
                  <a:schemeClr val="tx2">
                    <a:lumMod val="50000"/>
                  </a:schemeClr>
                </a:solidFill>
              </a:rPr>
              <a:t>Core Modules</a:t>
            </a:r>
            <a:br>
              <a:rPr lang="en-US" b="0" dirty="0"/>
            </a:br>
            <a:r>
              <a:rPr lang="en-US" b="0" dirty="0"/>
              <a:t>Purchase &amp; Procurement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6FE7966-AB81-CE64-2611-F6FB2C66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3D07AD7-AFC2-9FD3-D35F-72B3B42F0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2ACEC6F-7CB1-D288-4EA3-659283399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577F488-5F1E-1EE4-029B-0C370CE9B4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A182D2BB-BB0E-90A9-D86B-EE959C8338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18268" y="2348693"/>
            <a:ext cx="4449831" cy="3700462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Streamline supplier management with automated purchase processes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Partial/Full GRN and pending items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GRN and return tracking ensure accurate stock updates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Procurement efficiency reduces costs and improves control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B2F9D7F-E7E8-DC64-01EF-37C7A16A8C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1457954"/>
              </p:ext>
            </p:extLst>
          </p:nvPr>
        </p:nvGraphicFramePr>
        <p:xfrm>
          <a:off x="1684642" y="2348693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249BDB5-1E4B-307D-0F02-47119F27C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472967"/>
              </p:ext>
            </p:extLst>
          </p:nvPr>
        </p:nvGraphicFramePr>
        <p:xfrm>
          <a:off x="2126974" y="5091115"/>
          <a:ext cx="9640306" cy="1588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58895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  <p:bldGraphic spid="5" grpId="0">
        <p:bldAsOne/>
      </p:bldGraphic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C014-BB22-95BD-DAB0-3CDD4521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0286-A3CB-F6BF-4188-884790C5F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sz="3000" b="0" dirty="0">
                <a:solidFill>
                  <a:schemeClr val="tx2">
                    <a:lumMod val="50000"/>
                  </a:schemeClr>
                </a:solidFill>
              </a:rPr>
              <a:t>Core Modules</a:t>
            </a:r>
            <a:br>
              <a:rPr lang="en-US" b="0" dirty="0"/>
            </a:br>
            <a:r>
              <a:rPr lang="en-US" b="0" dirty="0"/>
              <a:t>Sales &amp;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A1E8-CDF0-B808-32C1-13182AE9356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1" y="2346745"/>
            <a:ext cx="4449830" cy="3597470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Fast order-to-invoice process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Track Challan, Invoice, and Gate pass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Undelivered goods reporting → reduce losses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Quick &amp; additional invoice generation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234EB71-79E8-6FA8-C241-7F7A4D08D8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7219087"/>
              </p:ext>
            </p:extLst>
          </p:nvPr>
        </p:nvGraphicFramePr>
        <p:xfrm>
          <a:off x="1838030" y="5085277"/>
          <a:ext cx="8285170" cy="1593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991141-3EA3-C81D-82F4-B7D1F498C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9220415"/>
              </p:ext>
            </p:extLst>
          </p:nvPr>
        </p:nvGraphicFramePr>
        <p:xfrm>
          <a:off x="5548197" y="1509224"/>
          <a:ext cx="4599709" cy="37460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4279773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5" grpId="0">
        <p:bldAsOne/>
      </p:bldGraphic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FF514-FF67-0A55-EBC7-BE17D263E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A990E3-DFEB-E18D-DCED-C3343F055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sz="3000" b="0" dirty="0">
                <a:solidFill>
                  <a:schemeClr val="tx2">
                    <a:lumMod val="50000"/>
                  </a:schemeClr>
                </a:solidFill>
              </a:rPr>
              <a:t>Core Modules</a:t>
            </a:r>
            <a:br>
              <a:rPr lang="en-US" b="0" dirty="0"/>
            </a:br>
            <a:r>
              <a:rPr lang="en-US" b="0" dirty="0"/>
              <a:t>Inventory Management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64DB20-35F7-BA42-FB9C-DC20C8F9D2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18268" y="2348693"/>
            <a:ext cx="4449831" cy="3700462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Real-time stock visibility across depots and plants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Inventory ageing → reduce dead/slow-moving stock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Item transfer, issue, and return tracking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Item movement frequency → informed sourcing decisions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AC2DBC5-9975-7C3B-FEAA-05CBBB422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5760A002-BC79-92E8-279C-56565B775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05DEBEE-34F6-377B-BA00-47D814C8A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0A25EDE-60E2-372A-75BD-E11E62C19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C78708A1-4012-AD45-C069-BC53009C2B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9457948"/>
              </p:ext>
            </p:extLst>
          </p:nvPr>
        </p:nvGraphicFramePr>
        <p:xfrm>
          <a:off x="1684642" y="2348693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6491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  <p:bldGraphic spid="1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373B0-12A8-7A94-FE0E-DA4B450C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18BBAD-3279-DFDD-D82F-0FFEB9FD6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sz="3000" b="0" dirty="0">
                <a:solidFill>
                  <a:schemeClr val="tx2">
                    <a:lumMod val="50000"/>
                  </a:schemeClr>
                </a:solidFill>
              </a:rPr>
              <a:t>Core Modules</a:t>
            </a:r>
            <a:br>
              <a:rPr lang="en-US" b="0" dirty="0"/>
            </a:br>
            <a:r>
              <a:rPr lang="en-US" b="0" dirty="0"/>
              <a:t>General Accounting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708DFD-0695-65BE-68B0-5B5F83D993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18268" y="2348693"/>
            <a:ext cx="4449831" cy="3700462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Integrated chart of accounts linked to sales, purchase &amp; inventory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Auto trial balance, </a:t>
            </a:r>
            <a:r>
              <a:rPr lang="en-US" dirty="0" err="1"/>
              <a:t>P&amp;L</a:t>
            </a:r>
            <a:r>
              <a:rPr lang="en-US" dirty="0"/>
              <a:t>, and Balance Sheet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Year-end processing simplified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No duplicate entries → fewer errors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F79913A-054A-28F4-7862-8A7AD3BF3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711FEEF-E0B8-7240-D68C-84987F06A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095D569-B05E-0EB0-E0EB-2C9E62912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B19E3A-1706-54A5-D462-083189179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DBBFBF6-C15D-513C-8718-2E425B3CAA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014847"/>
              </p:ext>
            </p:extLst>
          </p:nvPr>
        </p:nvGraphicFramePr>
        <p:xfrm>
          <a:off x="1684642" y="2348693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7029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  <p:bldGraphic spid="2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C9BDD-2EFA-45EC-D2B6-C5BB60E4F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470ACA-2E0B-F728-17D5-C5A27AC80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sz="3200" b="0" dirty="0">
                <a:solidFill>
                  <a:schemeClr val="tx2">
                    <a:lumMod val="50000"/>
                  </a:schemeClr>
                </a:solidFill>
              </a:rPr>
              <a:t>System Strengths</a:t>
            </a:r>
            <a:br>
              <a:rPr lang="en-US" b="0" dirty="0"/>
            </a:br>
            <a:r>
              <a:rPr lang="en-US" b="0" dirty="0"/>
              <a:t>Reliability &amp; Security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5152D2-6A28-6F3B-48CF-8BA5CB643C3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018270" y="2341198"/>
            <a:ext cx="4449830" cy="3700462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Built on Java + MSSQL → scalable and reliable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Device responsive → access anywhere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Automated backups &amp; high availability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Multi-business and multi-organization control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Role-based access &amp; audit logs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0D943D4-D605-2201-707D-BC10F05BC8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4686F5A-07AE-E9B0-86BA-ED89FA0A0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2AD3C132-ED4E-7B91-8F30-51B74F944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7E3180F-22C8-CBB7-1328-D797A3F6E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E324779-29AA-C856-E9E0-AFD3B4CD25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2950325"/>
              </p:ext>
            </p:extLst>
          </p:nvPr>
        </p:nvGraphicFramePr>
        <p:xfrm>
          <a:off x="1684642" y="2348693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182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build="p"/>
      <p:bldGraphic spid="2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8F5EE-0990-728F-5118-AF05145E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EDE0-A79D-F175-15B2-D74FCE5B8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sz="3200" b="0" dirty="0">
                <a:solidFill>
                  <a:schemeClr val="tx2">
                    <a:lumMod val="50000"/>
                  </a:schemeClr>
                </a:solidFill>
              </a:rPr>
              <a:t>Reporting &amp; Insights</a:t>
            </a:r>
            <a:br>
              <a:rPr lang="en-US" b="0" dirty="0"/>
            </a:br>
            <a:r>
              <a:rPr lang="en-US" b="0" dirty="0"/>
              <a:t>Management Reports &amp;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E8861-86A5-6444-5CF8-CD86C88F3D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1" y="2361735"/>
            <a:ext cx="4449830" cy="3597470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Daily, monthly, and yearly sales reports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Invoice wise gross profit reports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Pending and undelivered reports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Inventory ageing and movement frequency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MIS accounting reports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7ADDD8B-487F-755E-C8F9-AF0A28C812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5512302"/>
              </p:ext>
            </p:extLst>
          </p:nvPr>
        </p:nvGraphicFramePr>
        <p:xfrm>
          <a:off x="6096000" y="2361735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58487DB-5FC0-D968-6B25-BA004DC110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1931274"/>
              </p:ext>
            </p:extLst>
          </p:nvPr>
        </p:nvGraphicFramePr>
        <p:xfrm>
          <a:off x="594360" y="5355763"/>
          <a:ext cx="9326862" cy="1354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6826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4" grpId="0">
        <p:bldAsOne/>
      </p:bldGraphic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F43B7-95A1-D75F-C0D7-933D2522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E2CB-830F-C2C0-C4DE-CF427B44B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sz="3200" b="0" dirty="0">
                <a:solidFill>
                  <a:schemeClr val="tx2">
                    <a:lumMod val="50000"/>
                  </a:schemeClr>
                </a:solidFill>
              </a:rPr>
              <a:t>Closing / Call to Action</a:t>
            </a:r>
            <a:br>
              <a:rPr lang="en-US" b="0" dirty="0"/>
            </a:br>
            <a:r>
              <a:rPr lang="en-US" b="0" dirty="0"/>
              <a:t>Let’s Modernize Your Business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AD75C-8656-06B9-C079-D0F42BB50C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1" y="2361735"/>
            <a:ext cx="4434839" cy="3597470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One system → one truth → one control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Consolidated view of sales, inventory, and finances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Ready to implement with minimal disruption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Proposal: Start with a pilot and scale across all businesses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C036AF1-F665-14F9-CCC7-04456B21F8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4033067"/>
              </p:ext>
            </p:extLst>
          </p:nvPr>
        </p:nvGraphicFramePr>
        <p:xfrm>
          <a:off x="6096000" y="2361735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4907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4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EFF37-293C-7F65-970D-DA66C023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AD0C8-5F99-29EA-0B5C-AFD44B2B7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59" y="278129"/>
            <a:ext cx="10992589" cy="1494596"/>
          </a:xfrm>
        </p:spPr>
        <p:txBody>
          <a:bodyPr/>
          <a:lstStyle/>
          <a:p>
            <a:r>
              <a:rPr lang="en-US" sz="3200" b="0" dirty="0">
                <a:solidFill>
                  <a:schemeClr val="tx2">
                    <a:lumMod val="50000"/>
                  </a:schemeClr>
                </a:solidFill>
              </a:rPr>
              <a:t>Implementation &amp; Support</a:t>
            </a:r>
            <a:br>
              <a:rPr lang="en-US" b="0" dirty="0"/>
            </a:br>
            <a:r>
              <a:rPr lang="en-US" b="0" dirty="0"/>
              <a:t>Smooth Deployment &amp; Ongoing Assistance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ABD48-7C3F-5D16-FB12-E1C510F348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1" y="2361735"/>
            <a:ext cx="4449830" cy="3597470"/>
          </a:xfrm>
        </p:spPr>
        <p:txBody>
          <a:bodyPr vert="horz" lIns="0" tIns="45720" rIns="0" bIns="0" rtlCol="0"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Start with one company or department, scale gradually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Data migration and legacy system integration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Hands-on training for staff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dirty="0"/>
              <a:t>Local support team for troubleshooting and updates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44E041D-B38E-E364-B7E5-33A2BEAD48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0454983"/>
              </p:ext>
            </p:extLst>
          </p:nvPr>
        </p:nvGraphicFramePr>
        <p:xfrm>
          <a:off x="6090653" y="2361735"/>
          <a:ext cx="3825222" cy="31556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4870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4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b="0" dirty="0"/>
              <a:t>Thank you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4682859D-ED28-347F-27C6-29BF376DA199}"/>
              </a:ext>
            </a:extLst>
          </p:cNvPr>
          <p:cNvSpPr txBox="1">
            <a:spLocks/>
          </p:cNvSpPr>
          <p:nvPr/>
        </p:nvSpPr>
        <p:spPr>
          <a:xfrm>
            <a:off x="594359" y="4503948"/>
            <a:ext cx="9537931" cy="164592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i="1" kern="1200" spc="-1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“Our ERP isn’t just software — it’s your partner in business growth”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{00E2057B-3B20-4386-8393-50515A9FFF9E}tf78853419_win32</Template>
  <TotalTime>1802</TotalTime>
  <Words>712</Words>
  <Application>Microsoft Office PowerPoint</Application>
  <PresentationFormat>Widescreen</PresentationFormat>
  <Paragraphs>187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Franklin Gothic Book</vt:lpstr>
      <vt:lpstr>Franklin Gothic Book (Body)</vt:lpstr>
      <vt:lpstr>Franklin Gothic Demi</vt:lpstr>
      <vt:lpstr>Wingdings</vt:lpstr>
      <vt:lpstr>Custom</vt:lpstr>
      <vt:lpstr>ERP Solution for Trading &amp; Manufacturing Groups</vt:lpstr>
      <vt:lpstr>Agenda</vt:lpstr>
      <vt:lpstr>Introduction Understanding Your Business Challenges</vt:lpstr>
      <vt:lpstr>ERP Overview Our ERP Solution</vt:lpstr>
      <vt:lpstr>Core Modules Purchase &amp; Procurement</vt:lpstr>
      <vt:lpstr>Core Modules Sales &amp; Distribution</vt:lpstr>
      <vt:lpstr>Core Modules Inventory Management</vt:lpstr>
      <vt:lpstr>Core Modules General Accounting</vt:lpstr>
      <vt:lpstr>System Strengths Reliability &amp; Security</vt:lpstr>
      <vt:lpstr>Reporting &amp; Insights Management Reports &amp; Analytics</vt:lpstr>
      <vt:lpstr>Closing / Call to Action Let’s Modernize Your Business</vt:lpstr>
      <vt:lpstr>Implementation &amp; Support Smooth Deployment &amp; Ongoing Assistance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Mozammel Hossain</dc:creator>
  <cp:lastModifiedBy>ji 28267</cp:lastModifiedBy>
  <cp:revision>101</cp:revision>
  <dcterms:created xsi:type="dcterms:W3CDTF">2025-04-26T13:14:39Z</dcterms:created>
  <dcterms:modified xsi:type="dcterms:W3CDTF">2026-07-16T09:36:02Z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